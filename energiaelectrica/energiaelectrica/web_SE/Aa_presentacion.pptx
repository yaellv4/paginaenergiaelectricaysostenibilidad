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5" r:id="rId9"/>
    <p:sldId id="264" r:id="rId10"/>
    <p:sldId id="266" r:id="rId11"/>
    <p:sldId id="268" r:id="rId12"/>
    <p:sldId id="269" r:id="rId13"/>
    <p:sldId id="270" r:id="rId14"/>
    <p:sldId id="271" r:id="rId15"/>
    <p:sldId id="272" r:id="rId16"/>
    <p:sldId id="276" r:id="rId17"/>
    <p:sldId id="282" r:id="rId18"/>
    <p:sldId id="281" r:id="rId19"/>
    <p:sldId id="279" r:id="rId20"/>
    <p:sldId id="284" r:id="rId21"/>
    <p:sldId id="283" r:id="rId22"/>
    <p:sldId id="267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F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>
        <p:scale>
          <a:sx n="63" d="100"/>
          <a:sy n="63" d="100"/>
        </p:scale>
        <p:origin x="-854" y="-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F:\tesis%20capitulo%20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0906276715268524E-2"/>
          <c:y val="7.3417721518987913E-2"/>
          <c:w val="0.85652778839538268"/>
          <c:h val="0.64388185654009267"/>
        </c:manualLayout>
      </c:layout>
      <c:lineChart>
        <c:grouping val="standard"/>
        <c:varyColors val="0"/>
        <c:ser>
          <c:idx val="0"/>
          <c:order val="0"/>
          <c:tx>
            <c:strRef>
              <c:f>'maya-itsmo'!$B$2</c:f>
              <c:strCache>
                <c:ptCount val="1"/>
                <c:pt idx="0">
                  <c:v>Itsmo</c:v>
                </c:pt>
              </c:strCache>
            </c:strRef>
          </c:tx>
          <c:spPr>
            <a:ln w="25400">
              <a:solidFill>
                <a:schemeClr val="accent1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'maya-itsmo'!$A$3:$A$586</c:f>
              <c:numCache>
                <c:formatCode>mmm\ dd\,\ yyyy</c:formatCode>
                <c:ptCount val="584"/>
                <c:pt idx="0">
                  <c:v>35433</c:v>
                </c:pt>
                <c:pt idx="1">
                  <c:v>35440</c:v>
                </c:pt>
                <c:pt idx="2">
                  <c:v>35447</c:v>
                </c:pt>
                <c:pt idx="3">
                  <c:v>35454</c:v>
                </c:pt>
                <c:pt idx="4">
                  <c:v>35461</c:v>
                </c:pt>
                <c:pt idx="5">
                  <c:v>35468</c:v>
                </c:pt>
                <c:pt idx="6">
                  <c:v>35475</c:v>
                </c:pt>
                <c:pt idx="7">
                  <c:v>35482</c:v>
                </c:pt>
                <c:pt idx="8">
                  <c:v>35489</c:v>
                </c:pt>
                <c:pt idx="9">
                  <c:v>35496</c:v>
                </c:pt>
                <c:pt idx="10">
                  <c:v>35503</c:v>
                </c:pt>
                <c:pt idx="11">
                  <c:v>35510</c:v>
                </c:pt>
                <c:pt idx="12">
                  <c:v>35517</c:v>
                </c:pt>
                <c:pt idx="13">
                  <c:v>35524</c:v>
                </c:pt>
                <c:pt idx="14">
                  <c:v>35531</c:v>
                </c:pt>
                <c:pt idx="15">
                  <c:v>35538</c:v>
                </c:pt>
                <c:pt idx="16">
                  <c:v>35545</c:v>
                </c:pt>
                <c:pt idx="17">
                  <c:v>35552</c:v>
                </c:pt>
                <c:pt idx="18">
                  <c:v>35559</c:v>
                </c:pt>
                <c:pt idx="19">
                  <c:v>35566</c:v>
                </c:pt>
                <c:pt idx="20">
                  <c:v>35573</c:v>
                </c:pt>
                <c:pt idx="21">
                  <c:v>35580</c:v>
                </c:pt>
                <c:pt idx="22">
                  <c:v>35587</c:v>
                </c:pt>
                <c:pt idx="23">
                  <c:v>35594</c:v>
                </c:pt>
                <c:pt idx="24">
                  <c:v>35601</c:v>
                </c:pt>
                <c:pt idx="25">
                  <c:v>35608</c:v>
                </c:pt>
                <c:pt idx="26">
                  <c:v>35615</c:v>
                </c:pt>
                <c:pt idx="27">
                  <c:v>35622</c:v>
                </c:pt>
                <c:pt idx="28">
                  <c:v>35629</c:v>
                </c:pt>
                <c:pt idx="29">
                  <c:v>35636</c:v>
                </c:pt>
                <c:pt idx="30">
                  <c:v>35643</c:v>
                </c:pt>
                <c:pt idx="31">
                  <c:v>35650</c:v>
                </c:pt>
                <c:pt idx="32">
                  <c:v>35657</c:v>
                </c:pt>
                <c:pt idx="33">
                  <c:v>35664</c:v>
                </c:pt>
                <c:pt idx="34">
                  <c:v>35671</c:v>
                </c:pt>
                <c:pt idx="35">
                  <c:v>35678</c:v>
                </c:pt>
                <c:pt idx="36">
                  <c:v>35685</c:v>
                </c:pt>
                <c:pt idx="37">
                  <c:v>35692</c:v>
                </c:pt>
                <c:pt idx="38">
                  <c:v>35699</c:v>
                </c:pt>
                <c:pt idx="39">
                  <c:v>35706</c:v>
                </c:pt>
                <c:pt idx="40">
                  <c:v>35713</c:v>
                </c:pt>
                <c:pt idx="41">
                  <c:v>35720</c:v>
                </c:pt>
                <c:pt idx="42">
                  <c:v>35727</c:v>
                </c:pt>
                <c:pt idx="43">
                  <c:v>35734</c:v>
                </c:pt>
                <c:pt idx="44">
                  <c:v>35741</c:v>
                </c:pt>
                <c:pt idx="45">
                  <c:v>35748</c:v>
                </c:pt>
                <c:pt idx="46">
                  <c:v>35755</c:v>
                </c:pt>
                <c:pt idx="47">
                  <c:v>35762</c:v>
                </c:pt>
                <c:pt idx="48">
                  <c:v>35769</c:v>
                </c:pt>
                <c:pt idx="49">
                  <c:v>35776</c:v>
                </c:pt>
                <c:pt idx="50">
                  <c:v>35783</c:v>
                </c:pt>
                <c:pt idx="51">
                  <c:v>35790</c:v>
                </c:pt>
                <c:pt idx="52">
                  <c:v>35796</c:v>
                </c:pt>
                <c:pt idx="53">
                  <c:v>35797</c:v>
                </c:pt>
                <c:pt idx="54">
                  <c:v>35804</c:v>
                </c:pt>
                <c:pt idx="55">
                  <c:v>35811</c:v>
                </c:pt>
                <c:pt idx="56">
                  <c:v>35818</c:v>
                </c:pt>
                <c:pt idx="57">
                  <c:v>35825</c:v>
                </c:pt>
                <c:pt idx="58">
                  <c:v>35832</c:v>
                </c:pt>
                <c:pt idx="59">
                  <c:v>35839</c:v>
                </c:pt>
                <c:pt idx="60">
                  <c:v>35846</c:v>
                </c:pt>
                <c:pt idx="61">
                  <c:v>35853</c:v>
                </c:pt>
                <c:pt idx="62">
                  <c:v>35860</c:v>
                </c:pt>
                <c:pt idx="63">
                  <c:v>35867</c:v>
                </c:pt>
                <c:pt idx="64">
                  <c:v>35874</c:v>
                </c:pt>
                <c:pt idx="65">
                  <c:v>35881</c:v>
                </c:pt>
                <c:pt idx="66">
                  <c:v>35888</c:v>
                </c:pt>
                <c:pt idx="67">
                  <c:v>35895</c:v>
                </c:pt>
                <c:pt idx="68">
                  <c:v>35902</c:v>
                </c:pt>
                <c:pt idx="69">
                  <c:v>35909</c:v>
                </c:pt>
                <c:pt idx="70">
                  <c:v>35916</c:v>
                </c:pt>
                <c:pt idx="71">
                  <c:v>35923</c:v>
                </c:pt>
                <c:pt idx="72">
                  <c:v>35930</c:v>
                </c:pt>
                <c:pt idx="73">
                  <c:v>35937</c:v>
                </c:pt>
                <c:pt idx="74">
                  <c:v>35944</c:v>
                </c:pt>
                <c:pt idx="75">
                  <c:v>35951</c:v>
                </c:pt>
                <c:pt idx="76">
                  <c:v>35958</c:v>
                </c:pt>
                <c:pt idx="77">
                  <c:v>35965</c:v>
                </c:pt>
                <c:pt idx="78">
                  <c:v>35972</c:v>
                </c:pt>
                <c:pt idx="79">
                  <c:v>35979</c:v>
                </c:pt>
                <c:pt idx="80">
                  <c:v>35986</c:v>
                </c:pt>
                <c:pt idx="81">
                  <c:v>35993</c:v>
                </c:pt>
                <c:pt idx="82">
                  <c:v>36000</c:v>
                </c:pt>
                <c:pt idx="83">
                  <c:v>36007</c:v>
                </c:pt>
                <c:pt idx="84">
                  <c:v>36014</c:v>
                </c:pt>
                <c:pt idx="85">
                  <c:v>36021</c:v>
                </c:pt>
                <c:pt idx="86">
                  <c:v>36028</c:v>
                </c:pt>
                <c:pt idx="87">
                  <c:v>36035</c:v>
                </c:pt>
                <c:pt idx="88">
                  <c:v>36042</c:v>
                </c:pt>
                <c:pt idx="89">
                  <c:v>36049</c:v>
                </c:pt>
                <c:pt idx="90">
                  <c:v>36056</c:v>
                </c:pt>
                <c:pt idx="91">
                  <c:v>36063</c:v>
                </c:pt>
                <c:pt idx="92">
                  <c:v>36070</c:v>
                </c:pt>
                <c:pt idx="93">
                  <c:v>36077</c:v>
                </c:pt>
                <c:pt idx="94">
                  <c:v>36084</c:v>
                </c:pt>
                <c:pt idx="95">
                  <c:v>36091</c:v>
                </c:pt>
                <c:pt idx="96">
                  <c:v>36098</c:v>
                </c:pt>
                <c:pt idx="97">
                  <c:v>36105</c:v>
                </c:pt>
                <c:pt idx="98">
                  <c:v>36112</c:v>
                </c:pt>
                <c:pt idx="99">
                  <c:v>36119</c:v>
                </c:pt>
                <c:pt idx="100">
                  <c:v>36126</c:v>
                </c:pt>
                <c:pt idx="101">
                  <c:v>36133</c:v>
                </c:pt>
                <c:pt idx="102">
                  <c:v>36140</c:v>
                </c:pt>
                <c:pt idx="103">
                  <c:v>36147</c:v>
                </c:pt>
                <c:pt idx="104">
                  <c:v>36154</c:v>
                </c:pt>
                <c:pt idx="105">
                  <c:v>36161</c:v>
                </c:pt>
                <c:pt idx="106">
                  <c:v>36168</c:v>
                </c:pt>
                <c:pt idx="107">
                  <c:v>36175</c:v>
                </c:pt>
                <c:pt idx="108">
                  <c:v>36182</c:v>
                </c:pt>
                <c:pt idx="109">
                  <c:v>36189</c:v>
                </c:pt>
                <c:pt idx="110">
                  <c:v>36196</c:v>
                </c:pt>
                <c:pt idx="111">
                  <c:v>36203</c:v>
                </c:pt>
                <c:pt idx="112">
                  <c:v>36210</c:v>
                </c:pt>
                <c:pt idx="113">
                  <c:v>36217</c:v>
                </c:pt>
                <c:pt idx="114">
                  <c:v>36224</c:v>
                </c:pt>
                <c:pt idx="115">
                  <c:v>36231</c:v>
                </c:pt>
                <c:pt idx="116">
                  <c:v>36238</c:v>
                </c:pt>
                <c:pt idx="117">
                  <c:v>36245</c:v>
                </c:pt>
                <c:pt idx="118">
                  <c:v>36252</c:v>
                </c:pt>
                <c:pt idx="119">
                  <c:v>36259</c:v>
                </c:pt>
                <c:pt idx="120">
                  <c:v>36266</c:v>
                </c:pt>
                <c:pt idx="121">
                  <c:v>36273</c:v>
                </c:pt>
                <c:pt idx="122">
                  <c:v>36280</c:v>
                </c:pt>
                <c:pt idx="123">
                  <c:v>36287</c:v>
                </c:pt>
                <c:pt idx="124">
                  <c:v>36294</c:v>
                </c:pt>
                <c:pt idx="125">
                  <c:v>36301</c:v>
                </c:pt>
                <c:pt idx="126">
                  <c:v>36308</c:v>
                </c:pt>
                <c:pt idx="127">
                  <c:v>36315</c:v>
                </c:pt>
                <c:pt idx="128">
                  <c:v>36322</c:v>
                </c:pt>
                <c:pt idx="129">
                  <c:v>36329</c:v>
                </c:pt>
                <c:pt idx="130">
                  <c:v>36336</c:v>
                </c:pt>
                <c:pt idx="131">
                  <c:v>36343</c:v>
                </c:pt>
                <c:pt idx="132">
                  <c:v>36350</c:v>
                </c:pt>
                <c:pt idx="133">
                  <c:v>36357</c:v>
                </c:pt>
                <c:pt idx="134">
                  <c:v>36364</c:v>
                </c:pt>
                <c:pt idx="135">
                  <c:v>36371</c:v>
                </c:pt>
                <c:pt idx="136">
                  <c:v>36378</c:v>
                </c:pt>
                <c:pt idx="137">
                  <c:v>36385</c:v>
                </c:pt>
                <c:pt idx="138">
                  <c:v>36392</c:v>
                </c:pt>
                <c:pt idx="139">
                  <c:v>36399</c:v>
                </c:pt>
                <c:pt idx="140">
                  <c:v>36406</c:v>
                </c:pt>
                <c:pt idx="141">
                  <c:v>36413</c:v>
                </c:pt>
                <c:pt idx="142">
                  <c:v>36420</c:v>
                </c:pt>
                <c:pt idx="143">
                  <c:v>36427</c:v>
                </c:pt>
                <c:pt idx="144">
                  <c:v>36434</c:v>
                </c:pt>
                <c:pt idx="145">
                  <c:v>36441</c:v>
                </c:pt>
                <c:pt idx="146">
                  <c:v>36448</c:v>
                </c:pt>
                <c:pt idx="147">
                  <c:v>36455</c:v>
                </c:pt>
                <c:pt idx="148">
                  <c:v>36462</c:v>
                </c:pt>
                <c:pt idx="149">
                  <c:v>36469</c:v>
                </c:pt>
                <c:pt idx="150">
                  <c:v>36476</c:v>
                </c:pt>
                <c:pt idx="151">
                  <c:v>36483</c:v>
                </c:pt>
                <c:pt idx="152">
                  <c:v>36490</c:v>
                </c:pt>
                <c:pt idx="153">
                  <c:v>36497</c:v>
                </c:pt>
                <c:pt idx="154">
                  <c:v>36504</c:v>
                </c:pt>
                <c:pt idx="155">
                  <c:v>36511</c:v>
                </c:pt>
                <c:pt idx="156">
                  <c:v>36518</c:v>
                </c:pt>
                <c:pt idx="157">
                  <c:v>36525</c:v>
                </c:pt>
                <c:pt idx="158">
                  <c:v>36532</c:v>
                </c:pt>
                <c:pt idx="159">
                  <c:v>36539</c:v>
                </c:pt>
                <c:pt idx="160">
                  <c:v>36546</c:v>
                </c:pt>
                <c:pt idx="161">
                  <c:v>36553</c:v>
                </c:pt>
                <c:pt idx="162">
                  <c:v>36560</c:v>
                </c:pt>
                <c:pt idx="163">
                  <c:v>36567</c:v>
                </c:pt>
                <c:pt idx="164">
                  <c:v>36574</c:v>
                </c:pt>
                <c:pt idx="165">
                  <c:v>36581</c:v>
                </c:pt>
                <c:pt idx="166">
                  <c:v>36588</c:v>
                </c:pt>
                <c:pt idx="167">
                  <c:v>36595</c:v>
                </c:pt>
                <c:pt idx="168">
                  <c:v>36602</c:v>
                </c:pt>
                <c:pt idx="169">
                  <c:v>36609</c:v>
                </c:pt>
                <c:pt idx="170">
                  <c:v>36616</c:v>
                </c:pt>
                <c:pt idx="171">
                  <c:v>36623</c:v>
                </c:pt>
                <c:pt idx="172">
                  <c:v>36630</c:v>
                </c:pt>
                <c:pt idx="173">
                  <c:v>36637</c:v>
                </c:pt>
                <c:pt idx="174">
                  <c:v>36644</c:v>
                </c:pt>
                <c:pt idx="175">
                  <c:v>36651</c:v>
                </c:pt>
                <c:pt idx="176">
                  <c:v>36658</c:v>
                </c:pt>
                <c:pt idx="177">
                  <c:v>36665</c:v>
                </c:pt>
                <c:pt idx="178">
                  <c:v>36672</c:v>
                </c:pt>
                <c:pt idx="179">
                  <c:v>36679</c:v>
                </c:pt>
                <c:pt idx="180">
                  <c:v>36686</c:v>
                </c:pt>
                <c:pt idx="181">
                  <c:v>36693</c:v>
                </c:pt>
                <c:pt idx="182">
                  <c:v>36700</c:v>
                </c:pt>
                <c:pt idx="183">
                  <c:v>36707</c:v>
                </c:pt>
                <c:pt idx="184">
                  <c:v>36714</c:v>
                </c:pt>
                <c:pt idx="185">
                  <c:v>36721</c:v>
                </c:pt>
                <c:pt idx="186">
                  <c:v>36728</c:v>
                </c:pt>
                <c:pt idx="187">
                  <c:v>36735</c:v>
                </c:pt>
                <c:pt idx="188">
                  <c:v>36742</c:v>
                </c:pt>
                <c:pt idx="189">
                  <c:v>36749</c:v>
                </c:pt>
                <c:pt idx="190">
                  <c:v>36756</c:v>
                </c:pt>
                <c:pt idx="191">
                  <c:v>36763</c:v>
                </c:pt>
                <c:pt idx="192">
                  <c:v>36770</c:v>
                </c:pt>
                <c:pt idx="193">
                  <c:v>36777</c:v>
                </c:pt>
                <c:pt idx="194">
                  <c:v>36784</c:v>
                </c:pt>
                <c:pt idx="195">
                  <c:v>36791</c:v>
                </c:pt>
                <c:pt idx="196">
                  <c:v>36798</c:v>
                </c:pt>
                <c:pt idx="197">
                  <c:v>36805</c:v>
                </c:pt>
                <c:pt idx="198">
                  <c:v>36812</c:v>
                </c:pt>
                <c:pt idx="199">
                  <c:v>36819</c:v>
                </c:pt>
                <c:pt idx="200">
                  <c:v>36826</c:v>
                </c:pt>
                <c:pt idx="201">
                  <c:v>36833</c:v>
                </c:pt>
                <c:pt idx="202">
                  <c:v>36840</c:v>
                </c:pt>
                <c:pt idx="203">
                  <c:v>36847</c:v>
                </c:pt>
                <c:pt idx="204">
                  <c:v>36854</c:v>
                </c:pt>
                <c:pt idx="205">
                  <c:v>36861</c:v>
                </c:pt>
                <c:pt idx="206">
                  <c:v>36868</c:v>
                </c:pt>
                <c:pt idx="207">
                  <c:v>36875</c:v>
                </c:pt>
                <c:pt idx="208">
                  <c:v>36882</c:v>
                </c:pt>
                <c:pt idx="209">
                  <c:v>36889</c:v>
                </c:pt>
                <c:pt idx="210">
                  <c:v>36896</c:v>
                </c:pt>
                <c:pt idx="211">
                  <c:v>36903</c:v>
                </c:pt>
                <c:pt idx="212">
                  <c:v>36910</c:v>
                </c:pt>
                <c:pt idx="213">
                  <c:v>36917</c:v>
                </c:pt>
                <c:pt idx="214">
                  <c:v>36924</c:v>
                </c:pt>
                <c:pt idx="215">
                  <c:v>36931</c:v>
                </c:pt>
                <c:pt idx="216">
                  <c:v>36938</c:v>
                </c:pt>
                <c:pt idx="217">
                  <c:v>36945</c:v>
                </c:pt>
                <c:pt idx="218">
                  <c:v>36952</c:v>
                </c:pt>
                <c:pt idx="219">
                  <c:v>36959</c:v>
                </c:pt>
                <c:pt idx="220">
                  <c:v>36966</c:v>
                </c:pt>
                <c:pt idx="221">
                  <c:v>36973</c:v>
                </c:pt>
                <c:pt idx="222">
                  <c:v>36980</c:v>
                </c:pt>
                <c:pt idx="223">
                  <c:v>36987</c:v>
                </c:pt>
                <c:pt idx="224">
                  <c:v>36994</c:v>
                </c:pt>
                <c:pt idx="225">
                  <c:v>37001</c:v>
                </c:pt>
                <c:pt idx="226">
                  <c:v>37008</c:v>
                </c:pt>
                <c:pt idx="227">
                  <c:v>37015</c:v>
                </c:pt>
                <c:pt idx="228">
                  <c:v>37022</c:v>
                </c:pt>
                <c:pt idx="229">
                  <c:v>37029</c:v>
                </c:pt>
                <c:pt idx="230">
                  <c:v>37036</c:v>
                </c:pt>
                <c:pt idx="231">
                  <c:v>37043</c:v>
                </c:pt>
                <c:pt idx="232">
                  <c:v>37050</c:v>
                </c:pt>
                <c:pt idx="233">
                  <c:v>37057</c:v>
                </c:pt>
                <c:pt idx="234">
                  <c:v>37064</c:v>
                </c:pt>
                <c:pt idx="235">
                  <c:v>37071</c:v>
                </c:pt>
                <c:pt idx="236">
                  <c:v>37078</c:v>
                </c:pt>
                <c:pt idx="237">
                  <c:v>37085</c:v>
                </c:pt>
                <c:pt idx="238">
                  <c:v>37092</c:v>
                </c:pt>
                <c:pt idx="239">
                  <c:v>37099</c:v>
                </c:pt>
                <c:pt idx="240">
                  <c:v>37106</c:v>
                </c:pt>
                <c:pt idx="241">
                  <c:v>37113</c:v>
                </c:pt>
                <c:pt idx="242">
                  <c:v>37120</c:v>
                </c:pt>
                <c:pt idx="243">
                  <c:v>37127</c:v>
                </c:pt>
                <c:pt idx="244">
                  <c:v>37134</c:v>
                </c:pt>
                <c:pt idx="245">
                  <c:v>37141</c:v>
                </c:pt>
                <c:pt idx="246">
                  <c:v>37148</c:v>
                </c:pt>
                <c:pt idx="247">
                  <c:v>37155</c:v>
                </c:pt>
                <c:pt idx="248">
                  <c:v>37162</c:v>
                </c:pt>
                <c:pt idx="249">
                  <c:v>37169</c:v>
                </c:pt>
                <c:pt idx="250">
                  <c:v>37176</c:v>
                </c:pt>
                <c:pt idx="251">
                  <c:v>37183</c:v>
                </c:pt>
                <c:pt idx="252">
                  <c:v>37190</c:v>
                </c:pt>
                <c:pt idx="253">
                  <c:v>37197</c:v>
                </c:pt>
                <c:pt idx="254">
                  <c:v>37204</c:v>
                </c:pt>
                <c:pt idx="255">
                  <c:v>37211</c:v>
                </c:pt>
                <c:pt idx="256">
                  <c:v>37218</c:v>
                </c:pt>
                <c:pt idx="257">
                  <c:v>37225</c:v>
                </c:pt>
                <c:pt idx="258">
                  <c:v>37232</c:v>
                </c:pt>
                <c:pt idx="259">
                  <c:v>37239</c:v>
                </c:pt>
                <c:pt idx="260">
                  <c:v>37246</c:v>
                </c:pt>
                <c:pt idx="261">
                  <c:v>37253</c:v>
                </c:pt>
                <c:pt idx="262">
                  <c:v>37260</c:v>
                </c:pt>
                <c:pt idx="263">
                  <c:v>37267</c:v>
                </c:pt>
                <c:pt idx="264">
                  <c:v>37274</c:v>
                </c:pt>
                <c:pt idx="265">
                  <c:v>37281</c:v>
                </c:pt>
                <c:pt idx="266">
                  <c:v>37288</c:v>
                </c:pt>
                <c:pt idx="267">
                  <c:v>37295</c:v>
                </c:pt>
                <c:pt idx="268">
                  <c:v>37302</c:v>
                </c:pt>
                <c:pt idx="269">
                  <c:v>37309</c:v>
                </c:pt>
                <c:pt idx="270">
                  <c:v>37316</c:v>
                </c:pt>
                <c:pt idx="271">
                  <c:v>37323</c:v>
                </c:pt>
                <c:pt idx="272">
                  <c:v>37330</c:v>
                </c:pt>
                <c:pt idx="273">
                  <c:v>37337</c:v>
                </c:pt>
                <c:pt idx="274">
                  <c:v>37344</c:v>
                </c:pt>
                <c:pt idx="275">
                  <c:v>37351</c:v>
                </c:pt>
                <c:pt idx="276">
                  <c:v>37358</c:v>
                </c:pt>
                <c:pt idx="277">
                  <c:v>37365</c:v>
                </c:pt>
                <c:pt idx="278">
                  <c:v>37372</c:v>
                </c:pt>
                <c:pt idx="279">
                  <c:v>37379</c:v>
                </c:pt>
                <c:pt idx="280">
                  <c:v>37386</c:v>
                </c:pt>
                <c:pt idx="281">
                  <c:v>37393</c:v>
                </c:pt>
                <c:pt idx="282">
                  <c:v>37400</c:v>
                </c:pt>
                <c:pt idx="283">
                  <c:v>37407</c:v>
                </c:pt>
                <c:pt idx="284">
                  <c:v>37414</c:v>
                </c:pt>
                <c:pt idx="285">
                  <c:v>37421</c:v>
                </c:pt>
                <c:pt idx="286">
                  <c:v>37428</c:v>
                </c:pt>
                <c:pt idx="287">
                  <c:v>37435</c:v>
                </c:pt>
                <c:pt idx="288">
                  <c:v>37442</c:v>
                </c:pt>
                <c:pt idx="289">
                  <c:v>37449</c:v>
                </c:pt>
                <c:pt idx="290">
                  <c:v>37456</c:v>
                </c:pt>
                <c:pt idx="291">
                  <c:v>37463</c:v>
                </c:pt>
                <c:pt idx="292">
                  <c:v>37470</c:v>
                </c:pt>
                <c:pt idx="293">
                  <c:v>37477</c:v>
                </c:pt>
                <c:pt idx="294">
                  <c:v>37484</c:v>
                </c:pt>
                <c:pt idx="295">
                  <c:v>37491</c:v>
                </c:pt>
                <c:pt idx="296">
                  <c:v>37498</c:v>
                </c:pt>
                <c:pt idx="297">
                  <c:v>37505</c:v>
                </c:pt>
                <c:pt idx="298">
                  <c:v>37512</c:v>
                </c:pt>
                <c:pt idx="299">
                  <c:v>37519</c:v>
                </c:pt>
                <c:pt idx="300">
                  <c:v>37526</c:v>
                </c:pt>
                <c:pt idx="301">
                  <c:v>37533</c:v>
                </c:pt>
                <c:pt idx="302">
                  <c:v>37540</c:v>
                </c:pt>
                <c:pt idx="303">
                  <c:v>37547</c:v>
                </c:pt>
                <c:pt idx="304">
                  <c:v>37554</c:v>
                </c:pt>
                <c:pt idx="305">
                  <c:v>37561</c:v>
                </c:pt>
                <c:pt idx="306">
                  <c:v>37568</c:v>
                </c:pt>
                <c:pt idx="307">
                  <c:v>37575</c:v>
                </c:pt>
                <c:pt idx="308">
                  <c:v>37582</c:v>
                </c:pt>
                <c:pt idx="309">
                  <c:v>37589</c:v>
                </c:pt>
                <c:pt idx="310">
                  <c:v>37596</c:v>
                </c:pt>
                <c:pt idx="311">
                  <c:v>37603</c:v>
                </c:pt>
                <c:pt idx="312">
                  <c:v>37610</c:v>
                </c:pt>
                <c:pt idx="313">
                  <c:v>37617</c:v>
                </c:pt>
                <c:pt idx="314">
                  <c:v>37624</c:v>
                </c:pt>
                <c:pt idx="315">
                  <c:v>37631</c:v>
                </c:pt>
                <c:pt idx="316">
                  <c:v>37638</c:v>
                </c:pt>
                <c:pt idx="317">
                  <c:v>37645</c:v>
                </c:pt>
                <c:pt idx="318">
                  <c:v>37652</c:v>
                </c:pt>
                <c:pt idx="319">
                  <c:v>37659</c:v>
                </c:pt>
                <c:pt idx="320">
                  <c:v>37666</c:v>
                </c:pt>
                <c:pt idx="321">
                  <c:v>37673</c:v>
                </c:pt>
                <c:pt idx="322">
                  <c:v>37680</c:v>
                </c:pt>
                <c:pt idx="323">
                  <c:v>37687</c:v>
                </c:pt>
                <c:pt idx="324">
                  <c:v>37694</c:v>
                </c:pt>
                <c:pt idx="325">
                  <c:v>37701</c:v>
                </c:pt>
                <c:pt idx="326">
                  <c:v>37708</c:v>
                </c:pt>
                <c:pt idx="327">
                  <c:v>37715</c:v>
                </c:pt>
                <c:pt idx="328">
                  <c:v>37722</c:v>
                </c:pt>
                <c:pt idx="329">
                  <c:v>37729</c:v>
                </c:pt>
                <c:pt idx="330">
                  <c:v>37736</c:v>
                </c:pt>
                <c:pt idx="331">
                  <c:v>37743</c:v>
                </c:pt>
                <c:pt idx="332">
                  <c:v>37750</c:v>
                </c:pt>
                <c:pt idx="333">
                  <c:v>37757</c:v>
                </c:pt>
                <c:pt idx="334">
                  <c:v>37764</c:v>
                </c:pt>
                <c:pt idx="335">
                  <c:v>37771</c:v>
                </c:pt>
                <c:pt idx="336">
                  <c:v>37778</c:v>
                </c:pt>
                <c:pt idx="337">
                  <c:v>37785</c:v>
                </c:pt>
                <c:pt idx="338">
                  <c:v>37792</c:v>
                </c:pt>
                <c:pt idx="339">
                  <c:v>37799</c:v>
                </c:pt>
                <c:pt idx="340">
                  <c:v>37806</c:v>
                </c:pt>
                <c:pt idx="341">
                  <c:v>37813</c:v>
                </c:pt>
                <c:pt idx="342">
                  <c:v>37820</c:v>
                </c:pt>
                <c:pt idx="343">
                  <c:v>37827</c:v>
                </c:pt>
                <c:pt idx="344">
                  <c:v>37834</c:v>
                </c:pt>
                <c:pt idx="345">
                  <c:v>37841</c:v>
                </c:pt>
                <c:pt idx="346">
                  <c:v>37848</c:v>
                </c:pt>
                <c:pt idx="347">
                  <c:v>37855</c:v>
                </c:pt>
                <c:pt idx="348">
                  <c:v>37862</c:v>
                </c:pt>
                <c:pt idx="349">
                  <c:v>37869</c:v>
                </c:pt>
                <c:pt idx="350">
                  <c:v>37876</c:v>
                </c:pt>
                <c:pt idx="351">
                  <c:v>37883</c:v>
                </c:pt>
                <c:pt idx="352">
                  <c:v>37890</c:v>
                </c:pt>
                <c:pt idx="353">
                  <c:v>37897</c:v>
                </c:pt>
                <c:pt idx="354">
                  <c:v>37904</c:v>
                </c:pt>
                <c:pt idx="355">
                  <c:v>37911</c:v>
                </c:pt>
                <c:pt idx="356">
                  <c:v>37918</c:v>
                </c:pt>
                <c:pt idx="357">
                  <c:v>37925</c:v>
                </c:pt>
                <c:pt idx="358">
                  <c:v>37932</c:v>
                </c:pt>
                <c:pt idx="359">
                  <c:v>37939</c:v>
                </c:pt>
                <c:pt idx="360">
                  <c:v>37946</c:v>
                </c:pt>
                <c:pt idx="361">
                  <c:v>37953</c:v>
                </c:pt>
                <c:pt idx="362">
                  <c:v>37960</c:v>
                </c:pt>
                <c:pt idx="363">
                  <c:v>37967</c:v>
                </c:pt>
                <c:pt idx="364">
                  <c:v>37974</c:v>
                </c:pt>
                <c:pt idx="365">
                  <c:v>37981</c:v>
                </c:pt>
                <c:pt idx="366">
                  <c:v>37988</c:v>
                </c:pt>
                <c:pt idx="367">
                  <c:v>37995</c:v>
                </c:pt>
                <c:pt idx="368">
                  <c:v>38002</c:v>
                </c:pt>
                <c:pt idx="369">
                  <c:v>38009</c:v>
                </c:pt>
                <c:pt idx="370">
                  <c:v>38016</c:v>
                </c:pt>
                <c:pt idx="371">
                  <c:v>38023</c:v>
                </c:pt>
                <c:pt idx="372">
                  <c:v>38030</c:v>
                </c:pt>
                <c:pt idx="373">
                  <c:v>38037</c:v>
                </c:pt>
                <c:pt idx="374">
                  <c:v>38044</c:v>
                </c:pt>
                <c:pt idx="375">
                  <c:v>38051</c:v>
                </c:pt>
                <c:pt idx="376">
                  <c:v>38058</c:v>
                </c:pt>
                <c:pt idx="377">
                  <c:v>38065</c:v>
                </c:pt>
                <c:pt idx="378">
                  <c:v>38072</c:v>
                </c:pt>
                <c:pt idx="379">
                  <c:v>38079</c:v>
                </c:pt>
                <c:pt idx="380">
                  <c:v>38086</c:v>
                </c:pt>
                <c:pt idx="381">
                  <c:v>38093</c:v>
                </c:pt>
                <c:pt idx="382">
                  <c:v>38100</c:v>
                </c:pt>
                <c:pt idx="383">
                  <c:v>38107</c:v>
                </c:pt>
                <c:pt idx="384">
                  <c:v>38114</c:v>
                </c:pt>
                <c:pt idx="385">
                  <c:v>38121</c:v>
                </c:pt>
                <c:pt idx="386">
                  <c:v>38128</c:v>
                </c:pt>
                <c:pt idx="387">
                  <c:v>38135</c:v>
                </c:pt>
                <c:pt idx="388">
                  <c:v>38142</c:v>
                </c:pt>
                <c:pt idx="389">
                  <c:v>38149</c:v>
                </c:pt>
                <c:pt idx="390">
                  <c:v>38156</c:v>
                </c:pt>
                <c:pt idx="391">
                  <c:v>38163</c:v>
                </c:pt>
                <c:pt idx="392">
                  <c:v>38170</c:v>
                </c:pt>
                <c:pt idx="393">
                  <c:v>38177</c:v>
                </c:pt>
                <c:pt idx="394">
                  <c:v>38184</c:v>
                </c:pt>
                <c:pt idx="395">
                  <c:v>38191</c:v>
                </c:pt>
                <c:pt idx="396">
                  <c:v>38198</c:v>
                </c:pt>
                <c:pt idx="397">
                  <c:v>38205</c:v>
                </c:pt>
                <c:pt idx="398">
                  <c:v>38212</c:v>
                </c:pt>
                <c:pt idx="399">
                  <c:v>38219</c:v>
                </c:pt>
                <c:pt idx="400">
                  <c:v>38226</c:v>
                </c:pt>
                <c:pt idx="401">
                  <c:v>38233</c:v>
                </c:pt>
                <c:pt idx="402">
                  <c:v>38240</c:v>
                </c:pt>
                <c:pt idx="403">
                  <c:v>38247</c:v>
                </c:pt>
                <c:pt idx="404">
                  <c:v>38254</c:v>
                </c:pt>
                <c:pt idx="405">
                  <c:v>38261</c:v>
                </c:pt>
                <c:pt idx="406">
                  <c:v>38268</c:v>
                </c:pt>
                <c:pt idx="407">
                  <c:v>38275</c:v>
                </c:pt>
                <c:pt idx="408">
                  <c:v>38282</c:v>
                </c:pt>
                <c:pt idx="409">
                  <c:v>38289</c:v>
                </c:pt>
                <c:pt idx="410">
                  <c:v>38296</c:v>
                </c:pt>
                <c:pt idx="411">
                  <c:v>38303</c:v>
                </c:pt>
                <c:pt idx="412">
                  <c:v>38310</c:v>
                </c:pt>
                <c:pt idx="413">
                  <c:v>38317</c:v>
                </c:pt>
                <c:pt idx="414">
                  <c:v>38324</c:v>
                </c:pt>
                <c:pt idx="415">
                  <c:v>38331</c:v>
                </c:pt>
                <c:pt idx="416">
                  <c:v>38338</c:v>
                </c:pt>
                <c:pt idx="417">
                  <c:v>38345</c:v>
                </c:pt>
                <c:pt idx="418">
                  <c:v>38352</c:v>
                </c:pt>
                <c:pt idx="419">
                  <c:v>38359</c:v>
                </c:pt>
                <c:pt idx="420">
                  <c:v>38366</c:v>
                </c:pt>
                <c:pt idx="421">
                  <c:v>38373</c:v>
                </c:pt>
                <c:pt idx="422">
                  <c:v>38380</c:v>
                </c:pt>
                <c:pt idx="423">
                  <c:v>38387</c:v>
                </c:pt>
                <c:pt idx="424">
                  <c:v>38394</c:v>
                </c:pt>
                <c:pt idx="425">
                  <c:v>38401</c:v>
                </c:pt>
                <c:pt idx="426">
                  <c:v>38408</c:v>
                </c:pt>
                <c:pt idx="427">
                  <c:v>38415</c:v>
                </c:pt>
                <c:pt idx="428">
                  <c:v>38422</c:v>
                </c:pt>
                <c:pt idx="429">
                  <c:v>38429</c:v>
                </c:pt>
                <c:pt idx="430">
                  <c:v>38436</c:v>
                </c:pt>
                <c:pt idx="431">
                  <c:v>38443</c:v>
                </c:pt>
                <c:pt idx="432">
                  <c:v>38450</c:v>
                </c:pt>
                <c:pt idx="433">
                  <c:v>38457</c:v>
                </c:pt>
                <c:pt idx="434">
                  <c:v>38464</c:v>
                </c:pt>
                <c:pt idx="435">
                  <c:v>38471</c:v>
                </c:pt>
                <c:pt idx="436">
                  <c:v>38478</c:v>
                </c:pt>
                <c:pt idx="437">
                  <c:v>38485</c:v>
                </c:pt>
                <c:pt idx="438">
                  <c:v>38492</c:v>
                </c:pt>
                <c:pt idx="439">
                  <c:v>38499</c:v>
                </c:pt>
                <c:pt idx="440">
                  <c:v>38506</c:v>
                </c:pt>
                <c:pt idx="441">
                  <c:v>38513</c:v>
                </c:pt>
                <c:pt idx="442">
                  <c:v>38520</c:v>
                </c:pt>
                <c:pt idx="443">
                  <c:v>38527</c:v>
                </c:pt>
                <c:pt idx="444">
                  <c:v>38534</c:v>
                </c:pt>
                <c:pt idx="445">
                  <c:v>38541</c:v>
                </c:pt>
                <c:pt idx="446">
                  <c:v>38548</c:v>
                </c:pt>
                <c:pt idx="447">
                  <c:v>38555</c:v>
                </c:pt>
                <c:pt idx="448">
                  <c:v>38562</c:v>
                </c:pt>
                <c:pt idx="449">
                  <c:v>38569</c:v>
                </c:pt>
                <c:pt idx="450">
                  <c:v>38576</c:v>
                </c:pt>
                <c:pt idx="451">
                  <c:v>38583</c:v>
                </c:pt>
                <c:pt idx="452">
                  <c:v>38590</c:v>
                </c:pt>
                <c:pt idx="453">
                  <c:v>38597</c:v>
                </c:pt>
                <c:pt idx="454">
                  <c:v>38604</c:v>
                </c:pt>
                <c:pt idx="455">
                  <c:v>38611</c:v>
                </c:pt>
                <c:pt idx="456">
                  <c:v>38618</c:v>
                </c:pt>
                <c:pt idx="457">
                  <c:v>38625</c:v>
                </c:pt>
                <c:pt idx="458">
                  <c:v>38632</c:v>
                </c:pt>
                <c:pt idx="459">
                  <c:v>38639</c:v>
                </c:pt>
                <c:pt idx="460">
                  <c:v>38646</c:v>
                </c:pt>
                <c:pt idx="461">
                  <c:v>38653</c:v>
                </c:pt>
                <c:pt idx="462">
                  <c:v>38660</c:v>
                </c:pt>
                <c:pt idx="463">
                  <c:v>38667</c:v>
                </c:pt>
                <c:pt idx="464">
                  <c:v>38674</c:v>
                </c:pt>
                <c:pt idx="465">
                  <c:v>38681</c:v>
                </c:pt>
                <c:pt idx="466">
                  <c:v>38688</c:v>
                </c:pt>
                <c:pt idx="467">
                  <c:v>38695</c:v>
                </c:pt>
                <c:pt idx="468">
                  <c:v>38702</c:v>
                </c:pt>
                <c:pt idx="469">
                  <c:v>38709</c:v>
                </c:pt>
                <c:pt idx="470">
                  <c:v>38716</c:v>
                </c:pt>
                <c:pt idx="471">
                  <c:v>38723</c:v>
                </c:pt>
                <c:pt idx="472">
                  <c:v>38730</c:v>
                </c:pt>
                <c:pt idx="473">
                  <c:v>38737</c:v>
                </c:pt>
                <c:pt idx="474">
                  <c:v>38744</c:v>
                </c:pt>
                <c:pt idx="475">
                  <c:v>38751</c:v>
                </c:pt>
                <c:pt idx="476">
                  <c:v>38758</c:v>
                </c:pt>
                <c:pt idx="477">
                  <c:v>38765</c:v>
                </c:pt>
                <c:pt idx="478">
                  <c:v>38772</c:v>
                </c:pt>
                <c:pt idx="479">
                  <c:v>38779</c:v>
                </c:pt>
                <c:pt idx="480">
                  <c:v>38786</c:v>
                </c:pt>
                <c:pt idx="481">
                  <c:v>38793</c:v>
                </c:pt>
                <c:pt idx="482">
                  <c:v>38800</c:v>
                </c:pt>
                <c:pt idx="483">
                  <c:v>38807</c:v>
                </c:pt>
                <c:pt idx="484">
                  <c:v>38814</c:v>
                </c:pt>
                <c:pt idx="485">
                  <c:v>38821</c:v>
                </c:pt>
                <c:pt idx="486">
                  <c:v>38828</c:v>
                </c:pt>
                <c:pt idx="487">
                  <c:v>38835</c:v>
                </c:pt>
                <c:pt idx="488">
                  <c:v>38842</c:v>
                </c:pt>
                <c:pt idx="489">
                  <c:v>38849</c:v>
                </c:pt>
                <c:pt idx="490">
                  <c:v>38856</c:v>
                </c:pt>
                <c:pt idx="491">
                  <c:v>38863</c:v>
                </c:pt>
                <c:pt idx="492">
                  <c:v>38870</c:v>
                </c:pt>
                <c:pt idx="493">
                  <c:v>38877</c:v>
                </c:pt>
                <c:pt idx="494">
                  <c:v>38884</c:v>
                </c:pt>
                <c:pt idx="495">
                  <c:v>38891</c:v>
                </c:pt>
                <c:pt idx="496">
                  <c:v>38898</c:v>
                </c:pt>
                <c:pt idx="497">
                  <c:v>38905</c:v>
                </c:pt>
                <c:pt idx="498">
                  <c:v>38912</c:v>
                </c:pt>
                <c:pt idx="499">
                  <c:v>38919</c:v>
                </c:pt>
                <c:pt idx="500">
                  <c:v>38926</c:v>
                </c:pt>
                <c:pt idx="501">
                  <c:v>38933</c:v>
                </c:pt>
                <c:pt idx="502">
                  <c:v>38940</c:v>
                </c:pt>
                <c:pt idx="503">
                  <c:v>38947</c:v>
                </c:pt>
                <c:pt idx="504">
                  <c:v>38954</c:v>
                </c:pt>
                <c:pt idx="505">
                  <c:v>38961</c:v>
                </c:pt>
                <c:pt idx="506">
                  <c:v>38968</c:v>
                </c:pt>
                <c:pt idx="507">
                  <c:v>38975</c:v>
                </c:pt>
                <c:pt idx="508">
                  <c:v>38982</c:v>
                </c:pt>
                <c:pt idx="509">
                  <c:v>38989</c:v>
                </c:pt>
                <c:pt idx="510">
                  <c:v>38996</c:v>
                </c:pt>
                <c:pt idx="511">
                  <c:v>39003</c:v>
                </c:pt>
                <c:pt idx="512">
                  <c:v>39010</c:v>
                </c:pt>
                <c:pt idx="513">
                  <c:v>39017</c:v>
                </c:pt>
                <c:pt idx="514">
                  <c:v>39024</c:v>
                </c:pt>
                <c:pt idx="515">
                  <c:v>39031</c:v>
                </c:pt>
                <c:pt idx="516">
                  <c:v>39038</c:v>
                </c:pt>
                <c:pt idx="517">
                  <c:v>39045</c:v>
                </c:pt>
                <c:pt idx="518">
                  <c:v>39052</c:v>
                </c:pt>
                <c:pt idx="519">
                  <c:v>39059</c:v>
                </c:pt>
                <c:pt idx="520">
                  <c:v>39066</c:v>
                </c:pt>
                <c:pt idx="521">
                  <c:v>39073</c:v>
                </c:pt>
                <c:pt idx="522">
                  <c:v>39080</c:v>
                </c:pt>
                <c:pt idx="523">
                  <c:v>39087</c:v>
                </c:pt>
                <c:pt idx="524">
                  <c:v>39094</c:v>
                </c:pt>
                <c:pt idx="525">
                  <c:v>39101</c:v>
                </c:pt>
                <c:pt idx="526">
                  <c:v>39108</c:v>
                </c:pt>
                <c:pt idx="527">
                  <c:v>39115</c:v>
                </c:pt>
                <c:pt idx="528">
                  <c:v>39122</c:v>
                </c:pt>
                <c:pt idx="529">
                  <c:v>39129</c:v>
                </c:pt>
                <c:pt idx="530">
                  <c:v>39136</c:v>
                </c:pt>
                <c:pt idx="531">
                  <c:v>39143</c:v>
                </c:pt>
                <c:pt idx="532">
                  <c:v>39150</c:v>
                </c:pt>
                <c:pt idx="533">
                  <c:v>39157</c:v>
                </c:pt>
                <c:pt idx="534">
                  <c:v>39164</c:v>
                </c:pt>
                <c:pt idx="535">
                  <c:v>39171</c:v>
                </c:pt>
                <c:pt idx="536">
                  <c:v>39178</c:v>
                </c:pt>
                <c:pt idx="537">
                  <c:v>39185</c:v>
                </c:pt>
                <c:pt idx="538">
                  <c:v>39192</c:v>
                </c:pt>
                <c:pt idx="539">
                  <c:v>39199</c:v>
                </c:pt>
                <c:pt idx="540">
                  <c:v>39206</c:v>
                </c:pt>
                <c:pt idx="541">
                  <c:v>39213</c:v>
                </c:pt>
                <c:pt idx="542">
                  <c:v>39220</c:v>
                </c:pt>
                <c:pt idx="543">
                  <c:v>39227</c:v>
                </c:pt>
                <c:pt idx="544">
                  <c:v>39234</c:v>
                </c:pt>
                <c:pt idx="545">
                  <c:v>39241</c:v>
                </c:pt>
                <c:pt idx="546">
                  <c:v>39248</c:v>
                </c:pt>
                <c:pt idx="547">
                  <c:v>39255</c:v>
                </c:pt>
                <c:pt idx="548">
                  <c:v>39262</c:v>
                </c:pt>
                <c:pt idx="549">
                  <c:v>39269</c:v>
                </c:pt>
                <c:pt idx="550">
                  <c:v>39276</c:v>
                </c:pt>
                <c:pt idx="551">
                  <c:v>39283</c:v>
                </c:pt>
                <c:pt idx="552">
                  <c:v>39290</c:v>
                </c:pt>
                <c:pt idx="553">
                  <c:v>39297</c:v>
                </c:pt>
                <c:pt idx="554">
                  <c:v>39304</c:v>
                </c:pt>
                <c:pt idx="555">
                  <c:v>39311</c:v>
                </c:pt>
                <c:pt idx="556">
                  <c:v>39318</c:v>
                </c:pt>
                <c:pt idx="557">
                  <c:v>39325</c:v>
                </c:pt>
                <c:pt idx="558">
                  <c:v>39332</c:v>
                </c:pt>
                <c:pt idx="559">
                  <c:v>39339</c:v>
                </c:pt>
                <c:pt idx="560">
                  <c:v>39346</c:v>
                </c:pt>
                <c:pt idx="561">
                  <c:v>39353</c:v>
                </c:pt>
                <c:pt idx="562">
                  <c:v>39360</c:v>
                </c:pt>
                <c:pt idx="563">
                  <c:v>39367</c:v>
                </c:pt>
                <c:pt idx="564">
                  <c:v>39374</c:v>
                </c:pt>
                <c:pt idx="565">
                  <c:v>39381</c:v>
                </c:pt>
                <c:pt idx="566">
                  <c:v>39388</c:v>
                </c:pt>
                <c:pt idx="567">
                  <c:v>39395</c:v>
                </c:pt>
                <c:pt idx="568">
                  <c:v>39402</c:v>
                </c:pt>
                <c:pt idx="569">
                  <c:v>39409</c:v>
                </c:pt>
                <c:pt idx="570">
                  <c:v>39416</c:v>
                </c:pt>
                <c:pt idx="571">
                  <c:v>39423</c:v>
                </c:pt>
                <c:pt idx="572">
                  <c:v>39430</c:v>
                </c:pt>
                <c:pt idx="573">
                  <c:v>39437</c:v>
                </c:pt>
                <c:pt idx="574">
                  <c:v>39444</c:v>
                </c:pt>
                <c:pt idx="575">
                  <c:v>39451</c:v>
                </c:pt>
                <c:pt idx="576">
                  <c:v>39458</c:v>
                </c:pt>
                <c:pt idx="577">
                  <c:v>39465</c:v>
                </c:pt>
                <c:pt idx="578">
                  <c:v>39472</c:v>
                </c:pt>
                <c:pt idx="579">
                  <c:v>39479</c:v>
                </c:pt>
                <c:pt idx="580">
                  <c:v>39486</c:v>
                </c:pt>
                <c:pt idx="581">
                  <c:v>39493</c:v>
                </c:pt>
                <c:pt idx="582">
                  <c:v>39500</c:v>
                </c:pt>
                <c:pt idx="583">
                  <c:v>39507</c:v>
                </c:pt>
              </c:numCache>
            </c:numRef>
          </c:cat>
          <c:val>
            <c:numRef>
              <c:f>'maya-itsmo'!$B$3:$B$586</c:f>
              <c:numCache>
                <c:formatCode>General</c:formatCode>
                <c:ptCount val="584"/>
                <c:pt idx="0">
                  <c:v>23.82</c:v>
                </c:pt>
                <c:pt idx="1">
                  <c:v>24.459999999999987</c:v>
                </c:pt>
                <c:pt idx="2">
                  <c:v>23.51</c:v>
                </c:pt>
                <c:pt idx="3">
                  <c:v>22.610000000000031</c:v>
                </c:pt>
                <c:pt idx="4">
                  <c:v>22.27</c:v>
                </c:pt>
                <c:pt idx="5">
                  <c:v>21.82</c:v>
                </c:pt>
                <c:pt idx="6">
                  <c:v>20.21</c:v>
                </c:pt>
                <c:pt idx="7">
                  <c:v>20.170000000000005</c:v>
                </c:pt>
                <c:pt idx="8">
                  <c:v>18.97</c:v>
                </c:pt>
                <c:pt idx="9">
                  <c:v>18.130000000000031</c:v>
                </c:pt>
                <c:pt idx="10">
                  <c:v>17.989999999999903</c:v>
                </c:pt>
                <c:pt idx="11">
                  <c:v>18.899999999999999</c:v>
                </c:pt>
                <c:pt idx="12">
                  <c:v>18.39</c:v>
                </c:pt>
                <c:pt idx="13">
                  <c:v>17.420000000000002</c:v>
                </c:pt>
                <c:pt idx="14">
                  <c:v>16.649999999999999</c:v>
                </c:pt>
                <c:pt idx="15">
                  <c:v>17.05</c:v>
                </c:pt>
                <c:pt idx="16">
                  <c:v>17.64</c:v>
                </c:pt>
                <c:pt idx="17">
                  <c:v>17.86</c:v>
                </c:pt>
                <c:pt idx="18">
                  <c:v>17.09</c:v>
                </c:pt>
                <c:pt idx="19">
                  <c:v>18.600000000000001</c:v>
                </c:pt>
                <c:pt idx="20">
                  <c:v>19.059999999999999</c:v>
                </c:pt>
                <c:pt idx="21">
                  <c:v>18.41</c:v>
                </c:pt>
                <c:pt idx="22">
                  <c:v>17.630000000000031</c:v>
                </c:pt>
                <c:pt idx="23">
                  <c:v>15.860000000000024</c:v>
                </c:pt>
                <c:pt idx="24">
                  <c:v>16.22</c:v>
                </c:pt>
                <c:pt idx="25">
                  <c:v>16.399999999999999</c:v>
                </c:pt>
                <c:pt idx="26">
                  <c:v>17.420000000000002</c:v>
                </c:pt>
                <c:pt idx="27">
                  <c:v>17.18</c:v>
                </c:pt>
                <c:pt idx="28">
                  <c:v>17.21</c:v>
                </c:pt>
                <c:pt idx="29">
                  <c:v>16.979999999999986</c:v>
                </c:pt>
                <c:pt idx="30">
                  <c:v>17.630000000000031</c:v>
                </c:pt>
                <c:pt idx="31">
                  <c:v>18.22</c:v>
                </c:pt>
                <c:pt idx="32">
                  <c:v>17.610000000000031</c:v>
                </c:pt>
                <c:pt idx="33">
                  <c:v>17.809999999999999</c:v>
                </c:pt>
                <c:pt idx="34">
                  <c:v>17.190000000000001</c:v>
                </c:pt>
                <c:pt idx="35">
                  <c:v>17.38</c:v>
                </c:pt>
                <c:pt idx="36">
                  <c:v>17.309999999999999</c:v>
                </c:pt>
                <c:pt idx="37">
                  <c:v>17.309999999999999</c:v>
                </c:pt>
                <c:pt idx="38">
                  <c:v>17.670000000000005</c:v>
                </c:pt>
                <c:pt idx="39">
                  <c:v>19.16</c:v>
                </c:pt>
                <c:pt idx="40">
                  <c:v>20.14</c:v>
                </c:pt>
                <c:pt idx="41">
                  <c:v>18.93</c:v>
                </c:pt>
                <c:pt idx="42">
                  <c:v>18.53</c:v>
                </c:pt>
                <c:pt idx="43">
                  <c:v>18.54</c:v>
                </c:pt>
                <c:pt idx="44">
                  <c:v>18.3</c:v>
                </c:pt>
                <c:pt idx="45">
                  <c:v>18.18</c:v>
                </c:pt>
                <c:pt idx="46">
                  <c:v>17.88</c:v>
                </c:pt>
                <c:pt idx="47">
                  <c:v>17.329999999999988</c:v>
                </c:pt>
                <c:pt idx="48">
                  <c:v>16.939999999999987</c:v>
                </c:pt>
                <c:pt idx="49">
                  <c:v>16.610000000000031</c:v>
                </c:pt>
                <c:pt idx="50">
                  <c:v>16.329999999999988</c:v>
                </c:pt>
                <c:pt idx="51">
                  <c:v>16.39</c:v>
                </c:pt>
                <c:pt idx="53">
                  <c:v>15.8</c:v>
                </c:pt>
                <c:pt idx="54">
                  <c:v>14.93</c:v>
                </c:pt>
                <c:pt idx="55">
                  <c:v>14.350000000000026</c:v>
                </c:pt>
                <c:pt idx="56">
                  <c:v>14.13</c:v>
                </c:pt>
                <c:pt idx="57">
                  <c:v>14.69</c:v>
                </c:pt>
                <c:pt idx="58">
                  <c:v>14.32</c:v>
                </c:pt>
                <c:pt idx="59">
                  <c:v>13.92</c:v>
                </c:pt>
                <c:pt idx="60">
                  <c:v>13.56</c:v>
                </c:pt>
                <c:pt idx="61">
                  <c:v>12.93</c:v>
                </c:pt>
                <c:pt idx="62">
                  <c:v>13.02</c:v>
                </c:pt>
                <c:pt idx="63">
                  <c:v>12.07</c:v>
                </c:pt>
                <c:pt idx="64">
                  <c:v>11.360000000000024</c:v>
                </c:pt>
                <c:pt idx="65">
                  <c:v>13.360000000000024</c:v>
                </c:pt>
                <c:pt idx="66">
                  <c:v>13.49</c:v>
                </c:pt>
                <c:pt idx="67">
                  <c:v>12.66</c:v>
                </c:pt>
                <c:pt idx="68">
                  <c:v>12.65</c:v>
                </c:pt>
                <c:pt idx="69">
                  <c:v>12.11</c:v>
                </c:pt>
                <c:pt idx="70">
                  <c:v>12.62</c:v>
                </c:pt>
                <c:pt idx="71">
                  <c:v>13.24</c:v>
                </c:pt>
                <c:pt idx="72">
                  <c:v>13.06</c:v>
                </c:pt>
                <c:pt idx="73">
                  <c:v>12.14</c:v>
                </c:pt>
                <c:pt idx="74">
                  <c:v>12.91</c:v>
                </c:pt>
                <c:pt idx="75">
                  <c:v>12.7</c:v>
                </c:pt>
                <c:pt idx="76">
                  <c:v>11.51</c:v>
                </c:pt>
                <c:pt idx="77">
                  <c:v>9.94</c:v>
                </c:pt>
                <c:pt idx="78">
                  <c:v>11.26</c:v>
                </c:pt>
                <c:pt idx="79">
                  <c:v>11.46</c:v>
                </c:pt>
                <c:pt idx="80">
                  <c:v>11.6</c:v>
                </c:pt>
                <c:pt idx="81">
                  <c:v>12.21</c:v>
                </c:pt>
                <c:pt idx="82">
                  <c:v>11.63</c:v>
                </c:pt>
                <c:pt idx="83">
                  <c:v>12.11</c:v>
                </c:pt>
                <c:pt idx="84">
                  <c:v>11.72</c:v>
                </c:pt>
                <c:pt idx="85">
                  <c:v>11.04</c:v>
                </c:pt>
                <c:pt idx="86">
                  <c:v>11.370000000000006</c:v>
                </c:pt>
                <c:pt idx="87">
                  <c:v>11.55</c:v>
                </c:pt>
                <c:pt idx="88">
                  <c:v>12.01</c:v>
                </c:pt>
                <c:pt idx="89">
                  <c:v>12.53</c:v>
                </c:pt>
                <c:pt idx="90">
                  <c:v>12.7</c:v>
                </c:pt>
                <c:pt idx="91">
                  <c:v>13.91</c:v>
                </c:pt>
                <c:pt idx="92">
                  <c:v>14.01</c:v>
                </c:pt>
                <c:pt idx="93">
                  <c:v>13.12</c:v>
                </c:pt>
                <c:pt idx="94">
                  <c:v>11.96</c:v>
                </c:pt>
                <c:pt idx="95">
                  <c:v>11.27</c:v>
                </c:pt>
                <c:pt idx="96">
                  <c:v>11.89</c:v>
                </c:pt>
                <c:pt idx="97">
                  <c:v>11.67</c:v>
                </c:pt>
                <c:pt idx="98">
                  <c:v>10.83</c:v>
                </c:pt>
                <c:pt idx="99">
                  <c:v>10.01</c:v>
                </c:pt>
                <c:pt idx="100">
                  <c:v>9.43</c:v>
                </c:pt>
                <c:pt idx="101">
                  <c:v>8.91</c:v>
                </c:pt>
                <c:pt idx="102">
                  <c:v>8.84</c:v>
                </c:pt>
                <c:pt idx="103">
                  <c:v>9.17</c:v>
                </c:pt>
                <c:pt idx="104">
                  <c:v>8.7800000000000011</c:v>
                </c:pt>
                <c:pt idx="105">
                  <c:v>9.3700000000000028</c:v>
                </c:pt>
                <c:pt idx="106">
                  <c:v>10.29</c:v>
                </c:pt>
                <c:pt idx="107">
                  <c:v>10.68</c:v>
                </c:pt>
                <c:pt idx="108">
                  <c:v>9.83</c:v>
                </c:pt>
                <c:pt idx="109">
                  <c:v>10.040000000000001</c:v>
                </c:pt>
                <c:pt idx="110">
                  <c:v>9.89</c:v>
                </c:pt>
                <c:pt idx="111">
                  <c:v>9.2900000000000009</c:v>
                </c:pt>
                <c:pt idx="112">
                  <c:v>9.2100000000000009</c:v>
                </c:pt>
                <c:pt idx="113">
                  <c:v>9.65</c:v>
                </c:pt>
                <c:pt idx="114">
                  <c:v>10.32</c:v>
                </c:pt>
                <c:pt idx="115">
                  <c:v>11.370000000000006</c:v>
                </c:pt>
                <c:pt idx="116">
                  <c:v>12.32</c:v>
                </c:pt>
                <c:pt idx="117">
                  <c:v>13.11</c:v>
                </c:pt>
                <c:pt idx="118">
                  <c:v>14.4</c:v>
                </c:pt>
                <c:pt idx="119">
                  <c:v>14.18</c:v>
                </c:pt>
                <c:pt idx="120">
                  <c:v>14.51</c:v>
                </c:pt>
                <c:pt idx="121">
                  <c:v>15.77</c:v>
                </c:pt>
                <c:pt idx="122">
                  <c:v>15.950000000000006</c:v>
                </c:pt>
                <c:pt idx="123">
                  <c:v>16.47</c:v>
                </c:pt>
                <c:pt idx="124">
                  <c:v>15.61</c:v>
                </c:pt>
                <c:pt idx="125">
                  <c:v>14.78</c:v>
                </c:pt>
                <c:pt idx="126">
                  <c:v>14.73</c:v>
                </c:pt>
                <c:pt idx="127">
                  <c:v>14.25</c:v>
                </c:pt>
                <c:pt idx="128">
                  <c:v>15.44</c:v>
                </c:pt>
                <c:pt idx="129">
                  <c:v>15.89</c:v>
                </c:pt>
                <c:pt idx="130">
                  <c:v>15.44</c:v>
                </c:pt>
                <c:pt idx="131">
                  <c:v>16.37</c:v>
                </c:pt>
                <c:pt idx="132">
                  <c:v>17.600000000000001</c:v>
                </c:pt>
                <c:pt idx="133">
                  <c:v>18.03</c:v>
                </c:pt>
                <c:pt idx="134">
                  <c:v>18.3</c:v>
                </c:pt>
                <c:pt idx="135">
                  <c:v>18.97</c:v>
                </c:pt>
                <c:pt idx="136">
                  <c:v>18.739999999999988</c:v>
                </c:pt>
                <c:pt idx="137">
                  <c:v>19.66</c:v>
                </c:pt>
                <c:pt idx="138">
                  <c:v>20.059999999999999</c:v>
                </c:pt>
                <c:pt idx="139">
                  <c:v>19.600000000000001</c:v>
                </c:pt>
                <c:pt idx="140">
                  <c:v>19.850000000000001</c:v>
                </c:pt>
                <c:pt idx="141">
                  <c:v>21.07</c:v>
                </c:pt>
                <c:pt idx="142">
                  <c:v>22.37</c:v>
                </c:pt>
                <c:pt idx="143">
                  <c:v>22.43</c:v>
                </c:pt>
                <c:pt idx="144">
                  <c:v>22.54</c:v>
                </c:pt>
                <c:pt idx="145">
                  <c:v>21.72</c:v>
                </c:pt>
                <c:pt idx="146">
                  <c:v>20.350000000000001</c:v>
                </c:pt>
                <c:pt idx="147">
                  <c:v>20.650000000000031</c:v>
                </c:pt>
                <c:pt idx="148">
                  <c:v>21.110000000000031</c:v>
                </c:pt>
                <c:pt idx="149">
                  <c:v>20.959999999999987</c:v>
                </c:pt>
                <c:pt idx="150">
                  <c:v>22.810000000000031</c:v>
                </c:pt>
                <c:pt idx="151">
                  <c:v>24.27</c:v>
                </c:pt>
                <c:pt idx="152">
                  <c:v>24.89</c:v>
                </c:pt>
                <c:pt idx="153">
                  <c:v>24.32</c:v>
                </c:pt>
                <c:pt idx="154">
                  <c:v>25.01</c:v>
                </c:pt>
                <c:pt idx="156">
                  <c:v>24.77</c:v>
                </c:pt>
                <c:pt idx="157">
                  <c:v>24.75</c:v>
                </c:pt>
                <c:pt idx="158">
                  <c:v>23.32</c:v>
                </c:pt>
                <c:pt idx="159">
                  <c:v>23.64</c:v>
                </c:pt>
                <c:pt idx="160">
                  <c:v>26.45</c:v>
                </c:pt>
                <c:pt idx="161">
                  <c:v>26.459999999999987</c:v>
                </c:pt>
                <c:pt idx="162">
                  <c:v>25.979999999999986</c:v>
                </c:pt>
                <c:pt idx="163">
                  <c:v>26.71</c:v>
                </c:pt>
                <c:pt idx="164">
                  <c:v>28.07</c:v>
                </c:pt>
                <c:pt idx="165">
                  <c:v>28.39</c:v>
                </c:pt>
                <c:pt idx="166">
                  <c:v>28.39</c:v>
                </c:pt>
                <c:pt idx="167">
                  <c:v>30.27</c:v>
                </c:pt>
                <c:pt idx="168">
                  <c:v>29.16</c:v>
                </c:pt>
                <c:pt idx="169">
                  <c:v>25.9</c:v>
                </c:pt>
                <c:pt idx="170">
                  <c:v>24.72</c:v>
                </c:pt>
                <c:pt idx="171">
                  <c:v>23.62</c:v>
                </c:pt>
                <c:pt idx="172">
                  <c:v>22.3</c:v>
                </c:pt>
                <c:pt idx="173">
                  <c:v>23.7</c:v>
                </c:pt>
                <c:pt idx="174">
                  <c:v>23.630000000000031</c:v>
                </c:pt>
                <c:pt idx="175">
                  <c:v>24.419999999999987</c:v>
                </c:pt>
                <c:pt idx="176">
                  <c:v>26.35</c:v>
                </c:pt>
                <c:pt idx="177">
                  <c:v>28.03</c:v>
                </c:pt>
                <c:pt idx="178">
                  <c:v>27.830000000000005</c:v>
                </c:pt>
                <c:pt idx="179">
                  <c:v>28.14</c:v>
                </c:pt>
                <c:pt idx="180">
                  <c:v>28.130000000000031</c:v>
                </c:pt>
                <c:pt idx="181">
                  <c:v>29.66</c:v>
                </c:pt>
                <c:pt idx="182">
                  <c:v>29.939999999999987</c:v>
                </c:pt>
                <c:pt idx="183">
                  <c:v>30.05</c:v>
                </c:pt>
                <c:pt idx="184">
                  <c:v>29.03</c:v>
                </c:pt>
                <c:pt idx="185">
                  <c:v>28.16</c:v>
                </c:pt>
                <c:pt idx="186">
                  <c:v>28.07</c:v>
                </c:pt>
                <c:pt idx="187">
                  <c:v>25.71</c:v>
                </c:pt>
                <c:pt idx="188">
                  <c:v>25.610000000000031</c:v>
                </c:pt>
                <c:pt idx="189">
                  <c:v>27.5</c:v>
                </c:pt>
                <c:pt idx="190">
                  <c:v>29.39</c:v>
                </c:pt>
                <c:pt idx="191">
                  <c:v>29.86</c:v>
                </c:pt>
                <c:pt idx="193">
                  <c:v>32.660000000000011</c:v>
                </c:pt>
                <c:pt idx="194">
                  <c:v>31.45</c:v>
                </c:pt>
                <c:pt idx="195">
                  <c:v>32.520000000000003</c:v>
                </c:pt>
                <c:pt idx="196">
                  <c:v>28.12</c:v>
                </c:pt>
                <c:pt idx="197">
                  <c:v>28.130000000000031</c:v>
                </c:pt>
                <c:pt idx="198">
                  <c:v>29.8</c:v>
                </c:pt>
                <c:pt idx="199">
                  <c:v>29.87</c:v>
                </c:pt>
                <c:pt idx="200">
                  <c:v>30.79</c:v>
                </c:pt>
                <c:pt idx="201">
                  <c:v>29.810000000000031</c:v>
                </c:pt>
                <c:pt idx="202">
                  <c:v>30.110000000000031</c:v>
                </c:pt>
                <c:pt idx="203">
                  <c:v>31.73</c:v>
                </c:pt>
                <c:pt idx="204">
                  <c:v>32.720000000000013</c:v>
                </c:pt>
                <c:pt idx="205">
                  <c:v>31.29</c:v>
                </c:pt>
                <c:pt idx="206">
                  <c:v>26.919999999999987</c:v>
                </c:pt>
                <c:pt idx="207">
                  <c:v>25.06</c:v>
                </c:pt>
                <c:pt idx="208">
                  <c:v>23.41</c:v>
                </c:pt>
                <c:pt idx="209">
                  <c:v>22.03</c:v>
                </c:pt>
                <c:pt idx="210">
                  <c:v>23.459999999999987</c:v>
                </c:pt>
                <c:pt idx="211">
                  <c:v>24.06</c:v>
                </c:pt>
                <c:pt idx="212">
                  <c:v>25.34</c:v>
                </c:pt>
                <c:pt idx="213">
                  <c:v>26.51</c:v>
                </c:pt>
                <c:pt idx="214">
                  <c:v>24.67</c:v>
                </c:pt>
                <c:pt idx="215">
                  <c:v>26.25</c:v>
                </c:pt>
                <c:pt idx="216">
                  <c:v>24.74</c:v>
                </c:pt>
                <c:pt idx="217">
                  <c:v>23.85</c:v>
                </c:pt>
                <c:pt idx="218">
                  <c:v>23.27</c:v>
                </c:pt>
                <c:pt idx="219">
                  <c:v>23.650000000000031</c:v>
                </c:pt>
                <c:pt idx="220">
                  <c:v>22.34</c:v>
                </c:pt>
                <c:pt idx="221">
                  <c:v>21.23</c:v>
                </c:pt>
                <c:pt idx="222">
                  <c:v>22.35</c:v>
                </c:pt>
                <c:pt idx="223">
                  <c:v>21.959999999999987</c:v>
                </c:pt>
                <c:pt idx="224">
                  <c:v>23.07</c:v>
                </c:pt>
                <c:pt idx="225">
                  <c:v>23.43</c:v>
                </c:pt>
                <c:pt idx="226">
                  <c:v>22.650000000000031</c:v>
                </c:pt>
                <c:pt idx="227">
                  <c:v>24.27</c:v>
                </c:pt>
                <c:pt idx="228">
                  <c:v>23.67</c:v>
                </c:pt>
                <c:pt idx="229">
                  <c:v>24.779999999999987</c:v>
                </c:pt>
                <c:pt idx="230">
                  <c:v>25.47</c:v>
                </c:pt>
                <c:pt idx="231">
                  <c:v>24.52</c:v>
                </c:pt>
                <c:pt idx="232">
                  <c:v>24.6</c:v>
                </c:pt>
                <c:pt idx="233">
                  <c:v>25.419999999999987</c:v>
                </c:pt>
                <c:pt idx="234">
                  <c:v>23.630000000000031</c:v>
                </c:pt>
                <c:pt idx="235">
                  <c:v>23.2</c:v>
                </c:pt>
                <c:pt idx="236">
                  <c:v>22.939999999999987</c:v>
                </c:pt>
                <c:pt idx="237">
                  <c:v>22.88</c:v>
                </c:pt>
                <c:pt idx="238">
                  <c:v>21.62</c:v>
                </c:pt>
                <c:pt idx="239">
                  <c:v>22.54</c:v>
                </c:pt>
                <c:pt idx="240">
                  <c:v>22.67</c:v>
                </c:pt>
                <c:pt idx="241">
                  <c:v>23.97</c:v>
                </c:pt>
                <c:pt idx="242">
                  <c:v>24.02</c:v>
                </c:pt>
                <c:pt idx="243">
                  <c:v>23.49</c:v>
                </c:pt>
                <c:pt idx="244">
                  <c:v>23.919999999999987</c:v>
                </c:pt>
                <c:pt idx="245">
                  <c:v>24.21</c:v>
                </c:pt>
                <c:pt idx="246">
                  <c:v>25.19</c:v>
                </c:pt>
                <c:pt idx="247">
                  <c:v>24.959999999999987</c:v>
                </c:pt>
                <c:pt idx="248">
                  <c:v>20.010000000000005</c:v>
                </c:pt>
                <c:pt idx="249">
                  <c:v>19.479999999999986</c:v>
                </c:pt>
                <c:pt idx="250">
                  <c:v>19.32</c:v>
                </c:pt>
                <c:pt idx="251">
                  <c:v>18.670000000000005</c:v>
                </c:pt>
                <c:pt idx="252">
                  <c:v>18.53</c:v>
                </c:pt>
                <c:pt idx="253">
                  <c:v>18.22</c:v>
                </c:pt>
                <c:pt idx="254">
                  <c:v>17.2</c:v>
                </c:pt>
                <c:pt idx="255">
                  <c:v>17.260000000000002</c:v>
                </c:pt>
                <c:pt idx="256">
                  <c:v>15.34</c:v>
                </c:pt>
                <c:pt idx="257">
                  <c:v>16.420000000000002</c:v>
                </c:pt>
                <c:pt idx="258">
                  <c:v>16.68</c:v>
                </c:pt>
                <c:pt idx="259">
                  <c:v>15.68</c:v>
                </c:pt>
                <c:pt idx="260">
                  <c:v>16.22</c:v>
                </c:pt>
                <c:pt idx="261">
                  <c:v>17.670000000000005</c:v>
                </c:pt>
                <c:pt idx="262">
                  <c:v>17.72</c:v>
                </c:pt>
                <c:pt idx="263">
                  <c:v>18.630000000000031</c:v>
                </c:pt>
                <c:pt idx="264">
                  <c:v>16.45</c:v>
                </c:pt>
                <c:pt idx="265">
                  <c:v>16.55</c:v>
                </c:pt>
                <c:pt idx="266">
                  <c:v>17.43</c:v>
                </c:pt>
                <c:pt idx="267">
                  <c:v>18.18</c:v>
                </c:pt>
                <c:pt idx="268">
                  <c:v>19.09</c:v>
                </c:pt>
                <c:pt idx="269">
                  <c:v>18.73</c:v>
                </c:pt>
                <c:pt idx="270">
                  <c:v>18.959999999999987</c:v>
                </c:pt>
                <c:pt idx="271">
                  <c:v>20.979999999999986</c:v>
                </c:pt>
                <c:pt idx="272">
                  <c:v>22.279999999999987</c:v>
                </c:pt>
                <c:pt idx="273">
                  <c:v>23.110000000000031</c:v>
                </c:pt>
                <c:pt idx="274">
                  <c:v>23.6</c:v>
                </c:pt>
                <c:pt idx="275">
                  <c:v>25.51</c:v>
                </c:pt>
                <c:pt idx="276">
                  <c:v>24.330000000000005</c:v>
                </c:pt>
                <c:pt idx="277">
                  <c:v>23.35</c:v>
                </c:pt>
                <c:pt idx="278">
                  <c:v>25</c:v>
                </c:pt>
                <c:pt idx="279">
                  <c:v>25.43</c:v>
                </c:pt>
                <c:pt idx="280">
                  <c:v>25.14</c:v>
                </c:pt>
                <c:pt idx="281">
                  <c:v>25.85</c:v>
                </c:pt>
                <c:pt idx="282">
                  <c:v>24.57</c:v>
                </c:pt>
                <c:pt idx="283">
                  <c:v>23.650000000000031</c:v>
                </c:pt>
                <c:pt idx="284">
                  <c:v>23.07</c:v>
                </c:pt>
                <c:pt idx="285">
                  <c:v>22.68</c:v>
                </c:pt>
                <c:pt idx="286">
                  <c:v>23.9</c:v>
                </c:pt>
                <c:pt idx="287">
                  <c:v>24.74</c:v>
                </c:pt>
                <c:pt idx="288">
                  <c:v>24.74</c:v>
                </c:pt>
                <c:pt idx="289">
                  <c:v>24.919999999999987</c:v>
                </c:pt>
                <c:pt idx="290">
                  <c:v>25.91</c:v>
                </c:pt>
                <c:pt idx="291">
                  <c:v>25.08</c:v>
                </c:pt>
                <c:pt idx="292">
                  <c:v>24.85</c:v>
                </c:pt>
                <c:pt idx="293">
                  <c:v>24.88</c:v>
                </c:pt>
                <c:pt idx="294">
                  <c:v>25.959999999999987</c:v>
                </c:pt>
                <c:pt idx="295">
                  <c:v>27.39</c:v>
                </c:pt>
                <c:pt idx="296">
                  <c:v>26.479999999999986</c:v>
                </c:pt>
                <c:pt idx="297">
                  <c:v>26.3</c:v>
                </c:pt>
                <c:pt idx="298">
                  <c:v>27.330000000000005</c:v>
                </c:pt>
                <c:pt idx="299">
                  <c:v>27.29</c:v>
                </c:pt>
                <c:pt idx="300">
                  <c:v>28.38</c:v>
                </c:pt>
                <c:pt idx="301">
                  <c:v>28.279999999999987</c:v>
                </c:pt>
                <c:pt idx="302">
                  <c:v>27.650000000000031</c:v>
                </c:pt>
                <c:pt idx="303">
                  <c:v>27.87</c:v>
                </c:pt>
                <c:pt idx="304">
                  <c:v>26.6</c:v>
                </c:pt>
                <c:pt idx="305">
                  <c:v>25</c:v>
                </c:pt>
                <c:pt idx="306">
                  <c:v>23.979999999999986</c:v>
                </c:pt>
                <c:pt idx="307">
                  <c:v>23.110000000000031</c:v>
                </c:pt>
                <c:pt idx="308">
                  <c:v>23.41</c:v>
                </c:pt>
                <c:pt idx="309">
                  <c:v>24.02</c:v>
                </c:pt>
                <c:pt idx="310">
                  <c:v>24.93</c:v>
                </c:pt>
                <c:pt idx="311">
                  <c:v>25.52</c:v>
                </c:pt>
                <c:pt idx="312">
                  <c:v>28.12</c:v>
                </c:pt>
                <c:pt idx="313">
                  <c:v>30.39</c:v>
                </c:pt>
                <c:pt idx="314">
                  <c:v>30.14</c:v>
                </c:pt>
                <c:pt idx="315">
                  <c:v>30.310000000000031</c:v>
                </c:pt>
                <c:pt idx="316">
                  <c:v>30.88</c:v>
                </c:pt>
                <c:pt idx="317">
                  <c:v>31.41</c:v>
                </c:pt>
                <c:pt idx="318">
                  <c:v>30.34</c:v>
                </c:pt>
                <c:pt idx="319">
                  <c:v>30.479999999999986</c:v>
                </c:pt>
                <c:pt idx="320">
                  <c:v>31.91</c:v>
                </c:pt>
                <c:pt idx="321">
                  <c:v>32.270000000000003</c:v>
                </c:pt>
                <c:pt idx="322">
                  <c:v>32.92</c:v>
                </c:pt>
                <c:pt idx="323">
                  <c:v>32.690000000000012</c:v>
                </c:pt>
                <c:pt idx="324">
                  <c:v>33</c:v>
                </c:pt>
                <c:pt idx="325">
                  <c:v>28.22</c:v>
                </c:pt>
                <c:pt idx="326">
                  <c:v>25.939999999999987</c:v>
                </c:pt>
                <c:pt idx="327">
                  <c:v>26.45</c:v>
                </c:pt>
                <c:pt idx="328">
                  <c:v>24.8</c:v>
                </c:pt>
                <c:pt idx="329">
                  <c:v>25.16</c:v>
                </c:pt>
                <c:pt idx="330">
                  <c:v>25.18</c:v>
                </c:pt>
                <c:pt idx="331">
                  <c:v>23.03</c:v>
                </c:pt>
                <c:pt idx="332">
                  <c:v>23.45</c:v>
                </c:pt>
                <c:pt idx="333">
                  <c:v>25.64</c:v>
                </c:pt>
                <c:pt idx="334">
                  <c:v>26.75</c:v>
                </c:pt>
                <c:pt idx="335">
                  <c:v>26.6</c:v>
                </c:pt>
                <c:pt idx="336">
                  <c:v>27.7</c:v>
                </c:pt>
                <c:pt idx="337">
                  <c:v>28.68</c:v>
                </c:pt>
                <c:pt idx="338">
                  <c:v>26.75</c:v>
                </c:pt>
                <c:pt idx="339">
                  <c:v>26.779999999999987</c:v>
                </c:pt>
                <c:pt idx="340">
                  <c:v>27.310000000000031</c:v>
                </c:pt>
                <c:pt idx="341">
                  <c:v>27.73</c:v>
                </c:pt>
                <c:pt idx="342">
                  <c:v>28.45</c:v>
                </c:pt>
                <c:pt idx="343">
                  <c:v>27.88</c:v>
                </c:pt>
                <c:pt idx="344">
                  <c:v>27.4</c:v>
                </c:pt>
                <c:pt idx="345">
                  <c:v>29.38</c:v>
                </c:pt>
                <c:pt idx="346">
                  <c:v>29.130000000000031</c:v>
                </c:pt>
                <c:pt idx="347">
                  <c:v>28.610000000000031</c:v>
                </c:pt>
                <c:pt idx="348">
                  <c:v>29.2</c:v>
                </c:pt>
                <c:pt idx="349">
                  <c:v>27.439999999999987</c:v>
                </c:pt>
                <c:pt idx="350">
                  <c:v>26.5</c:v>
                </c:pt>
                <c:pt idx="351">
                  <c:v>25.08</c:v>
                </c:pt>
                <c:pt idx="352">
                  <c:v>25.02</c:v>
                </c:pt>
                <c:pt idx="353">
                  <c:v>26.86</c:v>
                </c:pt>
                <c:pt idx="354">
                  <c:v>28.23</c:v>
                </c:pt>
                <c:pt idx="355">
                  <c:v>29.82</c:v>
                </c:pt>
                <c:pt idx="356">
                  <c:v>28.150000000000031</c:v>
                </c:pt>
                <c:pt idx="357">
                  <c:v>27.32</c:v>
                </c:pt>
                <c:pt idx="358">
                  <c:v>27.03</c:v>
                </c:pt>
                <c:pt idx="359">
                  <c:v>28.4</c:v>
                </c:pt>
                <c:pt idx="360">
                  <c:v>29.57</c:v>
                </c:pt>
                <c:pt idx="361">
                  <c:v>27.99</c:v>
                </c:pt>
                <c:pt idx="362">
                  <c:v>28.259999999999987</c:v>
                </c:pt>
                <c:pt idx="363">
                  <c:v>29.330000000000005</c:v>
                </c:pt>
                <c:pt idx="364">
                  <c:v>30.66</c:v>
                </c:pt>
                <c:pt idx="365">
                  <c:v>30.03</c:v>
                </c:pt>
                <c:pt idx="366">
                  <c:v>29.99</c:v>
                </c:pt>
                <c:pt idx="367">
                  <c:v>31.24</c:v>
                </c:pt>
                <c:pt idx="368">
                  <c:v>31.9</c:v>
                </c:pt>
                <c:pt idx="369">
                  <c:v>32.92</c:v>
                </c:pt>
                <c:pt idx="370">
                  <c:v>31.07</c:v>
                </c:pt>
                <c:pt idx="371">
                  <c:v>29.77</c:v>
                </c:pt>
                <c:pt idx="372">
                  <c:v>29.279999999999987</c:v>
                </c:pt>
                <c:pt idx="373">
                  <c:v>31.41</c:v>
                </c:pt>
                <c:pt idx="374">
                  <c:v>32.090000000000003</c:v>
                </c:pt>
                <c:pt idx="375">
                  <c:v>32.82</c:v>
                </c:pt>
                <c:pt idx="376">
                  <c:v>33.380000000000003</c:v>
                </c:pt>
                <c:pt idx="377">
                  <c:v>33.870000000000005</c:v>
                </c:pt>
                <c:pt idx="378">
                  <c:v>33.5</c:v>
                </c:pt>
                <c:pt idx="379">
                  <c:v>31.82</c:v>
                </c:pt>
                <c:pt idx="380">
                  <c:v>31.17</c:v>
                </c:pt>
                <c:pt idx="381">
                  <c:v>33.01</c:v>
                </c:pt>
                <c:pt idx="382">
                  <c:v>33</c:v>
                </c:pt>
                <c:pt idx="383">
                  <c:v>33.46</c:v>
                </c:pt>
                <c:pt idx="384">
                  <c:v>35.71</c:v>
                </c:pt>
                <c:pt idx="385">
                  <c:v>36.9</c:v>
                </c:pt>
                <c:pt idx="386">
                  <c:v>37.9</c:v>
                </c:pt>
                <c:pt idx="387">
                  <c:v>37.270000000000003</c:v>
                </c:pt>
                <c:pt idx="388">
                  <c:v>36.81</c:v>
                </c:pt>
                <c:pt idx="389">
                  <c:v>34.58</c:v>
                </c:pt>
                <c:pt idx="390">
                  <c:v>34.36</c:v>
                </c:pt>
                <c:pt idx="391">
                  <c:v>34.89</c:v>
                </c:pt>
                <c:pt idx="392">
                  <c:v>33.630000000000003</c:v>
                </c:pt>
                <c:pt idx="393">
                  <c:v>36.01</c:v>
                </c:pt>
                <c:pt idx="394">
                  <c:v>36.980000000000004</c:v>
                </c:pt>
                <c:pt idx="395">
                  <c:v>37.720000000000013</c:v>
                </c:pt>
                <c:pt idx="396">
                  <c:v>38.93</c:v>
                </c:pt>
                <c:pt idx="397">
                  <c:v>40.520000000000003</c:v>
                </c:pt>
                <c:pt idx="398">
                  <c:v>41.14</c:v>
                </c:pt>
                <c:pt idx="399">
                  <c:v>42.87</c:v>
                </c:pt>
                <c:pt idx="400">
                  <c:v>41.230000000000011</c:v>
                </c:pt>
                <c:pt idx="401">
                  <c:v>38.660000000000011</c:v>
                </c:pt>
                <c:pt idx="402">
                  <c:v>38.78</c:v>
                </c:pt>
                <c:pt idx="403">
                  <c:v>39.35</c:v>
                </c:pt>
                <c:pt idx="404">
                  <c:v>42.91</c:v>
                </c:pt>
                <c:pt idx="405">
                  <c:v>44.85</c:v>
                </c:pt>
                <c:pt idx="406">
                  <c:v>45.59</c:v>
                </c:pt>
                <c:pt idx="407">
                  <c:v>47.64</c:v>
                </c:pt>
                <c:pt idx="408">
                  <c:v>48.24</c:v>
                </c:pt>
                <c:pt idx="409">
                  <c:v>48.11</c:v>
                </c:pt>
                <c:pt idx="410">
                  <c:v>44.08</c:v>
                </c:pt>
                <c:pt idx="411">
                  <c:v>42.3</c:v>
                </c:pt>
                <c:pt idx="412">
                  <c:v>40.04</c:v>
                </c:pt>
                <c:pt idx="413">
                  <c:v>42.15</c:v>
                </c:pt>
                <c:pt idx="414">
                  <c:v>40.230000000000011</c:v>
                </c:pt>
                <c:pt idx="415">
                  <c:v>33.99</c:v>
                </c:pt>
                <c:pt idx="416">
                  <c:v>34.660000000000011</c:v>
                </c:pt>
                <c:pt idx="417">
                  <c:v>37.5</c:v>
                </c:pt>
                <c:pt idx="418">
                  <c:v>33.870000000000005</c:v>
                </c:pt>
                <c:pt idx="419">
                  <c:v>36.370000000000005</c:v>
                </c:pt>
                <c:pt idx="420">
                  <c:v>38.92</c:v>
                </c:pt>
                <c:pt idx="421">
                  <c:v>39.630000000000003</c:v>
                </c:pt>
                <c:pt idx="422">
                  <c:v>40.65</c:v>
                </c:pt>
                <c:pt idx="423">
                  <c:v>39.17</c:v>
                </c:pt>
                <c:pt idx="424">
                  <c:v>38.270000000000003</c:v>
                </c:pt>
                <c:pt idx="425">
                  <c:v>40.07</c:v>
                </c:pt>
                <c:pt idx="426">
                  <c:v>42.790000000000013</c:v>
                </c:pt>
                <c:pt idx="427">
                  <c:v>45.5</c:v>
                </c:pt>
                <c:pt idx="428">
                  <c:v>47.58</c:v>
                </c:pt>
                <c:pt idx="429">
                  <c:v>48.81</c:v>
                </c:pt>
                <c:pt idx="430">
                  <c:v>48.120000000000012</c:v>
                </c:pt>
                <c:pt idx="431">
                  <c:v>46.92</c:v>
                </c:pt>
                <c:pt idx="432">
                  <c:v>49.89</c:v>
                </c:pt>
                <c:pt idx="433">
                  <c:v>46.190000000000012</c:v>
                </c:pt>
                <c:pt idx="434">
                  <c:v>45.49</c:v>
                </c:pt>
                <c:pt idx="435">
                  <c:v>46.95</c:v>
                </c:pt>
                <c:pt idx="436">
                  <c:v>44.82</c:v>
                </c:pt>
                <c:pt idx="437">
                  <c:v>45.55</c:v>
                </c:pt>
                <c:pt idx="438">
                  <c:v>42.97</c:v>
                </c:pt>
                <c:pt idx="439">
                  <c:v>44.32</c:v>
                </c:pt>
                <c:pt idx="440">
                  <c:v>47.58</c:v>
                </c:pt>
                <c:pt idx="441">
                  <c:v>48.88</c:v>
                </c:pt>
                <c:pt idx="442">
                  <c:v>50.18</c:v>
                </c:pt>
                <c:pt idx="443">
                  <c:v>53.55</c:v>
                </c:pt>
                <c:pt idx="444">
                  <c:v>53.32</c:v>
                </c:pt>
                <c:pt idx="445">
                  <c:v>55.05</c:v>
                </c:pt>
                <c:pt idx="446">
                  <c:v>54.43</c:v>
                </c:pt>
                <c:pt idx="447">
                  <c:v>52.260000000000012</c:v>
                </c:pt>
                <c:pt idx="448">
                  <c:v>53.660000000000011</c:v>
                </c:pt>
                <c:pt idx="449">
                  <c:v>56.34</c:v>
                </c:pt>
                <c:pt idx="450">
                  <c:v>59.11</c:v>
                </c:pt>
                <c:pt idx="451">
                  <c:v>59.64</c:v>
                </c:pt>
                <c:pt idx="452">
                  <c:v>60.59</c:v>
                </c:pt>
                <c:pt idx="453">
                  <c:v>62.61</c:v>
                </c:pt>
                <c:pt idx="454">
                  <c:v>60.220000000000013</c:v>
                </c:pt>
                <c:pt idx="455">
                  <c:v>58.78</c:v>
                </c:pt>
                <c:pt idx="456">
                  <c:v>60.49</c:v>
                </c:pt>
                <c:pt idx="457">
                  <c:v>60.17</c:v>
                </c:pt>
                <c:pt idx="458">
                  <c:v>57.51</c:v>
                </c:pt>
                <c:pt idx="459">
                  <c:v>55.74</c:v>
                </c:pt>
                <c:pt idx="460">
                  <c:v>55.3</c:v>
                </c:pt>
                <c:pt idx="461">
                  <c:v>54.02</c:v>
                </c:pt>
                <c:pt idx="462">
                  <c:v>54.260000000000012</c:v>
                </c:pt>
                <c:pt idx="463">
                  <c:v>52.61</c:v>
                </c:pt>
                <c:pt idx="464">
                  <c:v>49.97</c:v>
                </c:pt>
                <c:pt idx="465">
                  <c:v>50.14</c:v>
                </c:pt>
                <c:pt idx="466">
                  <c:v>50.260000000000012</c:v>
                </c:pt>
                <c:pt idx="467">
                  <c:v>52.81</c:v>
                </c:pt>
                <c:pt idx="468">
                  <c:v>54.190000000000012</c:v>
                </c:pt>
                <c:pt idx="469">
                  <c:v>51.68</c:v>
                </c:pt>
                <c:pt idx="470">
                  <c:v>52.41</c:v>
                </c:pt>
                <c:pt idx="471">
                  <c:v>56.34</c:v>
                </c:pt>
                <c:pt idx="472">
                  <c:v>57.37</c:v>
                </c:pt>
                <c:pt idx="473">
                  <c:v>58.8</c:v>
                </c:pt>
                <c:pt idx="474">
                  <c:v>59.730000000000011</c:v>
                </c:pt>
                <c:pt idx="475">
                  <c:v>59.290000000000013</c:v>
                </c:pt>
                <c:pt idx="476">
                  <c:v>55.91</c:v>
                </c:pt>
                <c:pt idx="477">
                  <c:v>51.59</c:v>
                </c:pt>
                <c:pt idx="478">
                  <c:v>52.190000000000012</c:v>
                </c:pt>
                <c:pt idx="479">
                  <c:v>54.83</c:v>
                </c:pt>
                <c:pt idx="480">
                  <c:v>54.89</c:v>
                </c:pt>
                <c:pt idx="481">
                  <c:v>55.81</c:v>
                </c:pt>
                <c:pt idx="482">
                  <c:v>56.41</c:v>
                </c:pt>
                <c:pt idx="483">
                  <c:v>60.01</c:v>
                </c:pt>
                <c:pt idx="484">
                  <c:v>61.27</c:v>
                </c:pt>
                <c:pt idx="485">
                  <c:v>63.120000000000012</c:v>
                </c:pt>
                <c:pt idx="486">
                  <c:v>66.25</c:v>
                </c:pt>
                <c:pt idx="487">
                  <c:v>66.28</c:v>
                </c:pt>
                <c:pt idx="488">
                  <c:v>67.440000000000026</c:v>
                </c:pt>
                <c:pt idx="489">
                  <c:v>65.400000000000006</c:v>
                </c:pt>
                <c:pt idx="490">
                  <c:v>63.38</c:v>
                </c:pt>
                <c:pt idx="491">
                  <c:v>63.3</c:v>
                </c:pt>
                <c:pt idx="492">
                  <c:v>64.599999999999994</c:v>
                </c:pt>
                <c:pt idx="493">
                  <c:v>64.11</c:v>
                </c:pt>
                <c:pt idx="494">
                  <c:v>62.31</c:v>
                </c:pt>
                <c:pt idx="495">
                  <c:v>62.25</c:v>
                </c:pt>
                <c:pt idx="496">
                  <c:v>65.790000000000006</c:v>
                </c:pt>
                <c:pt idx="497">
                  <c:v>68.459999999999994</c:v>
                </c:pt>
                <c:pt idx="498">
                  <c:v>68.569999999999993</c:v>
                </c:pt>
                <c:pt idx="499">
                  <c:v>68.900000000000006</c:v>
                </c:pt>
                <c:pt idx="500">
                  <c:v>67.39</c:v>
                </c:pt>
                <c:pt idx="501">
                  <c:v>69.940000000000026</c:v>
                </c:pt>
                <c:pt idx="502">
                  <c:v>71.209999999999994</c:v>
                </c:pt>
                <c:pt idx="503">
                  <c:v>67.2</c:v>
                </c:pt>
                <c:pt idx="504">
                  <c:v>65.540000000000006</c:v>
                </c:pt>
                <c:pt idx="505">
                  <c:v>63.89</c:v>
                </c:pt>
                <c:pt idx="506">
                  <c:v>61.5</c:v>
                </c:pt>
                <c:pt idx="507">
                  <c:v>57.64</c:v>
                </c:pt>
                <c:pt idx="508">
                  <c:v>55.220000000000013</c:v>
                </c:pt>
                <c:pt idx="509">
                  <c:v>54.45</c:v>
                </c:pt>
                <c:pt idx="510">
                  <c:v>53.89</c:v>
                </c:pt>
                <c:pt idx="511">
                  <c:v>52.48</c:v>
                </c:pt>
                <c:pt idx="512">
                  <c:v>52.230000000000011</c:v>
                </c:pt>
                <c:pt idx="513">
                  <c:v>51.790000000000013</c:v>
                </c:pt>
                <c:pt idx="514">
                  <c:v>52.39</c:v>
                </c:pt>
                <c:pt idx="515">
                  <c:v>53.49</c:v>
                </c:pt>
                <c:pt idx="516">
                  <c:v>52.64</c:v>
                </c:pt>
                <c:pt idx="517">
                  <c:v>51.690000000000012</c:v>
                </c:pt>
                <c:pt idx="518">
                  <c:v>56.36</c:v>
                </c:pt>
                <c:pt idx="519">
                  <c:v>58.02</c:v>
                </c:pt>
                <c:pt idx="520">
                  <c:v>56.77</c:v>
                </c:pt>
                <c:pt idx="521">
                  <c:v>57.03</c:v>
                </c:pt>
                <c:pt idx="522">
                  <c:v>55.46</c:v>
                </c:pt>
                <c:pt idx="523">
                  <c:v>52.49</c:v>
                </c:pt>
                <c:pt idx="524">
                  <c:v>48.54</c:v>
                </c:pt>
                <c:pt idx="525">
                  <c:v>46.160000000000011</c:v>
                </c:pt>
                <c:pt idx="526">
                  <c:v>47.94</c:v>
                </c:pt>
                <c:pt idx="527">
                  <c:v>50.98</c:v>
                </c:pt>
                <c:pt idx="528">
                  <c:v>53.33</c:v>
                </c:pt>
                <c:pt idx="529">
                  <c:v>52.48</c:v>
                </c:pt>
                <c:pt idx="530">
                  <c:v>53.1</c:v>
                </c:pt>
                <c:pt idx="531">
                  <c:v>55.94</c:v>
                </c:pt>
                <c:pt idx="532">
                  <c:v>56.230000000000011</c:v>
                </c:pt>
                <c:pt idx="533">
                  <c:v>54.87</c:v>
                </c:pt>
                <c:pt idx="534">
                  <c:v>54.83</c:v>
                </c:pt>
                <c:pt idx="535">
                  <c:v>59.88</c:v>
                </c:pt>
                <c:pt idx="536">
                  <c:v>62.87</c:v>
                </c:pt>
                <c:pt idx="537">
                  <c:v>60.75</c:v>
                </c:pt>
                <c:pt idx="538">
                  <c:v>59.220000000000013</c:v>
                </c:pt>
                <c:pt idx="539">
                  <c:v>60.24</c:v>
                </c:pt>
                <c:pt idx="540">
                  <c:v>59.99</c:v>
                </c:pt>
                <c:pt idx="541">
                  <c:v>57.61</c:v>
                </c:pt>
                <c:pt idx="542">
                  <c:v>60.120000000000012</c:v>
                </c:pt>
                <c:pt idx="543">
                  <c:v>63</c:v>
                </c:pt>
                <c:pt idx="544">
                  <c:v>62.25</c:v>
                </c:pt>
                <c:pt idx="545">
                  <c:v>63.99</c:v>
                </c:pt>
                <c:pt idx="546">
                  <c:v>63.49</c:v>
                </c:pt>
                <c:pt idx="547">
                  <c:v>66.98</c:v>
                </c:pt>
                <c:pt idx="548">
                  <c:v>66.649999999999991</c:v>
                </c:pt>
                <c:pt idx="549">
                  <c:v>68.940000000000026</c:v>
                </c:pt>
                <c:pt idx="550">
                  <c:v>70.739999999999995</c:v>
                </c:pt>
                <c:pt idx="551">
                  <c:v>72.22</c:v>
                </c:pt>
                <c:pt idx="552">
                  <c:v>70.86999999999999</c:v>
                </c:pt>
                <c:pt idx="553">
                  <c:v>72.27</c:v>
                </c:pt>
                <c:pt idx="554">
                  <c:v>67.58</c:v>
                </c:pt>
                <c:pt idx="555">
                  <c:v>65.95</c:v>
                </c:pt>
                <c:pt idx="556">
                  <c:v>64.2</c:v>
                </c:pt>
                <c:pt idx="557">
                  <c:v>66.33</c:v>
                </c:pt>
                <c:pt idx="558">
                  <c:v>69.319999999999993</c:v>
                </c:pt>
                <c:pt idx="559">
                  <c:v>71.5</c:v>
                </c:pt>
                <c:pt idx="560">
                  <c:v>73.989999999999995</c:v>
                </c:pt>
                <c:pt idx="561">
                  <c:v>74.66</c:v>
                </c:pt>
                <c:pt idx="562">
                  <c:v>74.459999999999994</c:v>
                </c:pt>
                <c:pt idx="563">
                  <c:v>75.06</c:v>
                </c:pt>
                <c:pt idx="564">
                  <c:v>80.179999999999978</c:v>
                </c:pt>
                <c:pt idx="565">
                  <c:v>80.319999999999993</c:v>
                </c:pt>
                <c:pt idx="566">
                  <c:v>84.55</c:v>
                </c:pt>
                <c:pt idx="567">
                  <c:v>88.3</c:v>
                </c:pt>
                <c:pt idx="568">
                  <c:v>87.27</c:v>
                </c:pt>
                <c:pt idx="569">
                  <c:v>90.9</c:v>
                </c:pt>
                <c:pt idx="570">
                  <c:v>89.02</c:v>
                </c:pt>
                <c:pt idx="571">
                  <c:v>84.52</c:v>
                </c:pt>
                <c:pt idx="572">
                  <c:v>86.3</c:v>
                </c:pt>
                <c:pt idx="573">
                  <c:v>87.25</c:v>
                </c:pt>
                <c:pt idx="574">
                  <c:v>90.76</c:v>
                </c:pt>
                <c:pt idx="575">
                  <c:v>93.740000000000023</c:v>
                </c:pt>
                <c:pt idx="576">
                  <c:v>91.55</c:v>
                </c:pt>
                <c:pt idx="577">
                  <c:v>87.06</c:v>
                </c:pt>
                <c:pt idx="578">
                  <c:v>83.95</c:v>
                </c:pt>
                <c:pt idx="579">
                  <c:v>86.86</c:v>
                </c:pt>
                <c:pt idx="580">
                  <c:v>84.210000000000022</c:v>
                </c:pt>
                <c:pt idx="581">
                  <c:v>88.89</c:v>
                </c:pt>
                <c:pt idx="582">
                  <c:v>92.63</c:v>
                </c:pt>
                <c:pt idx="583">
                  <c:v>94.81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'maya-itsmo'!$C$2</c:f>
              <c:strCache>
                <c:ptCount val="1"/>
                <c:pt idx="0">
                  <c:v>Maya</c:v>
                </c:pt>
              </c:strCache>
            </c:strRef>
          </c:tx>
          <c:spPr>
            <a:ln w="25400">
              <a:solidFill>
                <a:srgbClr val="FF00FF"/>
              </a:solidFill>
              <a:prstDash val="solid"/>
            </a:ln>
          </c:spPr>
          <c:marker>
            <c:symbol val="none"/>
          </c:marker>
          <c:cat>
            <c:numRef>
              <c:f>'maya-itsmo'!$A$3:$A$586</c:f>
              <c:numCache>
                <c:formatCode>mmm\ dd\,\ yyyy</c:formatCode>
                <c:ptCount val="584"/>
                <c:pt idx="0">
                  <c:v>35433</c:v>
                </c:pt>
                <c:pt idx="1">
                  <c:v>35440</c:v>
                </c:pt>
                <c:pt idx="2">
                  <c:v>35447</c:v>
                </c:pt>
                <c:pt idx="3">
                  <c:v>35454</c:v>
                </c:pt>
                <c:pt idx="4">
                  <c:v>35461</c:v>
                </c:pt>
                <c:pt idx="5">
                  <c:v>35468</c:v>
                </c:pt>
                <c:pt idx="6">
                  <c:v>35475</c:v>
                </c:pt>
                <c:pt idx="7">
                  <c:v>35482</c:v>
                </c:pt>
                <c:pt idx="8">
                  <c:v>35489</c:v>
                </c:pt>
                <c:pt idx="9">
                  <c:v>35496</c:v>
                </c:pt>
                <c:pt idx="10">
                  <c:v>35503</c:v>
                </c:pt>
                <c:pt idx="11">
                  <c:v>35510</c:v>
                </c:pt>
                <c:pt idx="12">
                  <c:v>35517</c:v>
                </c:pt>
                <c:pt idx="13">
                  <c:v>35524</c:v>
                </c:pt>
                <c:pt idx="14">
                  <c:v>35531</c:v>
                </c:pt>
                <c:pt idx="15">
                  <c:v>35538</c:v>
                </c:pt>
                <c:pt idx="16">
                  <c:v>35545</c:v>
                </c:pt>
                <c:pt idx="17">
                  <c:v>35552</c:v>
                </c:pt>
                <c:pt idx="18">
                  <c:v>35559</c:v>
                </c:pt>
                <c:pt idx="19">
                  <c:v>35566</c:v>
                </c:pt>
                <c:pt idx="20">
                  <c:v>35573</c:v>
                </c:pt>
                <c:pt idx="21">
                  <c:v>35580</c:v>
                </c:pt>
                <c:pt idx="22">
                  <c:v>35587</c:v>
                </c:pt>
                <c:pt idx="23">
                  <c:v>35594</c:v>
                </c:pt>
                <c:pt idx="24">
                  <c:v>35601</c:v>
                </c:pt>
                <c:pt idx="25">
                  <c:v>35608</c:v>
                </c:pt>
                <c:pt idx="26">
                  <c:v>35615</c:v>
                </c:pt>
                <c:pt idx="27">
                  <c:v>35622</c:v>
                </c:pt>
                <c:pt idx="28">
                  <c:v>35629</c:v>
                </c:pt>
                <c:pt idx="29">
                  <c:v>35636</c:v>
                </c:pt>
                <c:pt idx="30">
                  <c:v>35643</c:v>
                </c:pt>
                <c:pt idx="31">
                  <c:v>35650</c:v>
                </c:pt>
                <c:pt idx="32">
                  <c:v>35657</c:v>
                </c:pt>
                <c:pt idx="33">
                  <c:v>35664</c:v>
                </c:pt>
                <c:pt idx="34">
                  <c:v>35671</c:v>
                </c:pt>
                <c:pt idx="35">
                  <c:v>35678</c:v>
                </c:pt>
                <c:pt idx="36">
                  <c:v>35685</c:v>
                </c:pt>
                <c:pt idx="37">
                  <c:v>35692</c:v>
                </c:pt>
                <c:pt idx="38">
                  <c:v>35699</c:v>
                </c:pt>
                <c:pt idx="39">
                  <c:v>35706</c:v>
                </c:pt>
                <c:pt idx="40">
                  <c:v>35713</c:v>
                </c:pt>
                <c:pt idx="41">
                  <c:v>35720</c:v>
                </c:pt>
                <c:pt idx="42">
                  <c:v>35727</c:v>
                </c:pt>
                <c:pt idx="43">
                  <c:v>35734</c:v>
                </c:pt>
                <c:pt idx="44">
                  <c:v>35741</c:v>
                </c:pt>
                <c:pt idx="45">
                  <c:v>35748</c:v>
                </c:pt>
                <c:pt idx="46">
                  <c:v>35755</c:v>
                </c:pt>
                <c:pt idx="47">
                  <c:v>35762</c:v>
                </c:pt>
                <c:pt idx="48">
                  <c:v>35769</c:v>
                </c:pt>
                <c:pt idx="49">
                  <c:v>35776</c:v>
                </c:pt>
                <c:pt idx="50">
                  <c:v>35783</c:v>
                </c:pt>
                <c:pt idx="51">
                  <c:v>35790</c:v>
                </c:pt>
                <c:pt idx="52">
                  <c:v>35796</c:v>
                </c:pt>
                <c:pt idx="53">
                  <c:v>35797</c:v>
                </c:pt>
                <c:pt idx="54">
                  <c:v>35804</c:v>
                </c:pt>
                <c:pt idx="55">
                  <c:v>35811</c:v>
                </c:pt>
                <c:pt idx="56">
                  <c:v>35818</c:v>
                </c:pt>
                <c:pt idx="57">
                  <c:v>35825</c:v>
                </c:pt>
                <c:pt idx="58">
                  <c:v>35832</c:v>
                </c:pt>
                <c:pt idx="59">
                  <c:v>35839</c:v>
                </c:pt>
                <c:pt idx="60">
                  <c:v>35846</c:v>
                </c:pt>
                <c:pt idx="61">
                  <c:v>35853</c:v>
                </c:pt>
                <c:pt idx="62">
                  <c:v>35860</c:v>
                </c:pt>
                <c:pt idx="63">
                  <c:v>35867</c:v>
                </c:pt>
                <c:pt idx="64">
                  <c:v>35874</c:v>
                </c:pt>
                <c:pt idx="65">
                  <c:v>35881</c:v>
                </c:pt>
                <c:pt idx="66">
                  <c:v>35888</c:v>
                </c:pt>
                <c:pt idx="67">
                  <c:v>35895</c:v>
                </c:pt>
                <c:pt idx="68">
                  <c:v>35902</c:v>
                </c:pt>
                <c:pt idx="69">
                  <c:v>35909</c:v>
                </c:pt>
                <c:pt idx="70">
                  <c:v>35916</c:v>
                </c:pt>
                <c:pt idx="71">
                  <c:v>35923</c:v>
                </c:pt>
                <c:pt idx="72">
                  <c:v>35930</c:v>
                </c:pt>
                <c:pt idx="73">
                  <c:v>35937</c:v>
                </c:pt>
                <c:pt idx="74">
                  <c:v>35944</c:v>
                </c:pt>
                <c:pt idx="75">
                  <c:v>35951</c:v>
                </c:pt>
                <c:pt idx="76">
                  <c:v>35958</c:v>
                </c:pt>
                <c:pt idx="77">
                  <c:v>35965</c:v>
                </c:pt>
                <c:pt idx="78">
                  <c:v>35972</c:v>
                </c:pt>
                <c:pt idx="79">
                  <c:v>35979</c:v>
                </c:pt>
                <c:pt idx="80">
                  <c:v>35986</c:v>
                </c:pt>
                <c:pt idx="81">
                  <c:v>35993</c:v>
                </c:pt>
                <c:pt idx="82">
                  <c:v>36000</c:v>
                </c:pt>
                <c:pt idx="83">
                  <c:v>36007</c:v>
                </c:pt>
                <c:pt idx="84">
                  <c:v>36014</c:v>
                </c:pt>
                <c:pt idx="85">
                  <c:v>36021</c:v>
                </c:pt>
                <c:pt idx="86">
                  <c:v>36028</c:v>
                </c:pt>
                <c:pt idx="87">
                  <c:v>36035</c:v>
                </c:pt>
                <c:pt idx="88">
                  <c:v>36042</c:v>
                </c:pt>
                <c:pt idx="89">
                  <c:v>36049</c:v>
                </c:pt>
                <c:pt idx="90">
                  <c:v>36056</c:v>
                </c:pt>
                <c:pt idx="91">
                  <c:v>36063</c:v>
                </c:pt>
                <c:pt idx="92">
                  <c:v>36070</c:v>
                </c:pt>
                <c:pt idx="93">
                  <c:v>36077</c:v>
                </c:pt>
                <c:pt idx="94">
                  <c:v>36084</c:v>
                </c:pt>
                <c:pt idx="95">
                  <c:v>36091</c:v>
                </c:pt>
                <c:pt idx="96">
                  <c:v>36098</c:v>
                </c:pt>
                <c:pt idx="97">
                  <c:v>36105</c:v>
                </c:pt>
                <c:pt idx="98">
                  <c:v>36112</c:v>
                </c:pt>
                <c:pt idx="99">
                  <c:v>36119</c:v>
                </c:pt>
                <c:pt idx="100">
                  <c:v>36126</c:v>
                </c:pt>
                <c:pt idx="101">
                  <c:v>36133</c:v>
                </c:pt>
                <c:pt idx="102">
                  <c:v>36140</c:v>
                </c:pt>
                <c:pt idx="103">
                  <c:v>36147</c:v>
                </c:pt>
                <c:pt idx="104">
                  <c:v>36154</c:v>
                </c:pt>
                <c:pt idx="105">
                  <c:v>36161</c:v>
                </c:pt>
                <c:pt idx="106">
                  <c:v>36168</c:v>
                </c:pt>
                <c:pt idx="107">
                  <c:v>36175</c:v>
                </c:pt>
                <c:pt idx="108">
                  <c:v>36182</c:v>
                </c:pt>
                <c:pt idx="109">
                  <c:v>36189</c:v>
                </c:pt>
                <c:pt idx="110">
                  <c:v>36196</c:v>
                </c:pt>
                <c:pt idx="111">
                  <c:v>36203</c:v>
                </c:pt>
                <c:pt idx="112">
                  <c:v>36210</c:v>
                </c:pt>
                <c:pt idx="113">
                  <c:v>36217</c:v>
                </c:pt>
                <c:pt idx="114">
                  <c:v>36224</c:v>
                </c:pt>
                <c:pt idx="115">
                  <c:v>36231</c:v>
                </c:pt>
                <c:pt idx="116">
                  <c:v>36238</c:v>
                </c:pt>
                <c:pt idx="117">
                  <c:v>36245</c:v>
                </c:pt>
                <c:pt idx="118">
                  <c:v>36252</c:v>
                </c:pt>
                <c:pt idx="119">
                  <c:v>36259</c:v>
                </c:pt>
                <c:pt idx="120">
                  <c:v>36266</c:v>
                </c:pt>
                <c:pt idx="121">
                  <c:v>36273</c:v>
                </c:pt>
                <c:pt idx="122">
                  <c:v>36280</c:v>
                </c:pt>
                <c:pt idx="123">
                  <c:v>36287</c:v>
                </c:pt>
                <c:pt idx="124">
                  <c:v>36294</c:v>
                </c:pt>
                <c:pt idx="125">
                  <c:v>36301</c:v>
                </c:pt>
                <c:pt idx="126">
                  <c:v>36308</c:v>
                </c:pt>
                <c:pt idx="127">
                  <c:v>36315</c:v>
                </c:pt>
                <c:pt idx="128">
                  <c:v>36322</c:v>
                </c:pt>
                <c:pt idx="129">
                  <c:v>36329</c:v>
                </c:pt>
                <c:pt idx="130">
                  <c:v>36336</c:v>
                </c:pt>
                <c:pt idx="131">
                  <c:v>36343</c:v>
                </c:pt>
                <c:pt idx="132">
                  <c:v>36350</c:v>
                </c:pt>
                <c:pt idx="133">
                  <c:v>36357</c:v>
                </c:pt>
                <c:pt idx="134">
                  <c:v>36364</c:v>
                </c:pt>
                <c:pt idx="135">
                  <c:v>36371</c:v>
                </c:pt>
                <c:pt idx="136">
                  <c:v>36378</c:v>
                </c:pt>
                <c:pt idx="137">
                  <c:v>36385</c:v>
                </c:pt>
                <c:pt idx="138">
                  <c:v>36392</c:v>
                </c:pt>
                <c:pt idx="139">
                  <c:v>36399</c:v>
                </c:pt>
                <c:pt idx="140">
                  <c:v>36406</c:v>
                </c:pt>
                <c:pt idx="141">
                  <c:v>36413</c:v>
                </c:pt>
                <c:pt idx="142">
                  <c:v>36420</c:v>
                </c:pt>
                <c:pt idx="143">
                  <c:v>36427</c:v>
                </c:pt>
                <c:pt idx="144">
                  <c:v>36434</c:v>
                </c:pt>
                <c:pt idx="145">
                  <c:v>36441</c:v>
                </c:pt>
                <c:pt idx="146">
                  <c:v>36448</c:v>
                </c:pt>
                <c:pt idx="147">
                  <c:v>36455</c:v>
                </c:pt>
                <c:pt idx="148">
                  <c:v>36462</c:v>
                </c:pt>
                <c:pt idx="149">
                  <c:v>36469</c:v>
                </c:pt>
                <c:pt idx="150">
                  <c:v>36476</c:v>
                </c:pt>
                <c:pt idx="151">
                  <c:v>36483</c:v>
                </c:pt>
                <c:pt idx="152">
                  <c:v>36490</c:v>
                </c:pt>
                <c:pt idx="153">
                  <c:v>36497</c:v>
                </c:pt>
                <c:pt idx="154">
                  <c:v>36504</c:v>
                </c:pt>
                <c:pt idx="155">
                  <c:v>36511</c:v>
                </c:pt>
                <c:pt idx="156">
                  <c:v>36518</c:v>
                </c:pt>
                <c:pt idx="157">
                  <c:v>36525</c:v>
                </c:pt>
                <c:pt idx="158">
                  <c:v>36532</c:v>
                </c:pt>
                <c:pt idx="159">
                  <c:v>36539</c:v>
                </c:pt>
                <c:pt idx="160">
                  <c:v>36546</c:v>
                </c:pt>
                <c:pt idx="161">
                  <c:v>36553</c:v>
                </c:pt>
                <c:pt idx="162">
                  <c:v>36560</c:v>
                </c:pt>
                <c:pt idx="163">
                  <c:v>36567</c:v>
                </c:pt>
                <c:pt idx="164">
                  <c:v>36574</c:v>
                </c:pt>
                <c:pt idx="165">
                  <c:v>36581</c:v>
                </c:pt>
                <c:pt idx="166">
                  <c:v>36588</c:v>
                </c:pt>
                <c:pt idx="167">
                  <c:v>36595</c:v>
                </c:pt>
                <c:pt idx="168">
                  <c:v>36602</c:v>
                </c:pt>
                <c:pt idx="169">
                  <c:v>36609</c:v>
                </c:pt>
                <c:pt idx="170">
                  <c:v>36616</c:v>
                </c:pt>
                <c:pt idx="171">
                  <c:v>36623</c:v>
                </c:pt>
                <c:pt idx="172">
                  <c:v>36630</c:v>
                </c:pt>
                <c:pt idx="173">
                  <c:v>36637</c:v>
                </c:pt>
                <c:pt idx="174">
                  <c:v>36644</c:v>
                </c:pt>
                <c:pt idx="175">
                  <c:v>36651</c:v>
                </c:pt>
                <c:pt idx="176">
                  <c:v>36658</c:v>
                </c:pt>
                <c:pt idx="177">
                  <c:v>36665</c:v>
                </c:pt>
                <c:pt idx="178">
                  <c:v>36672</c:v>
                </c:pt>
                <c:pt idx="179">
                  <c:v>36679</c:v>
                </c:pt>
                <c:pt idx="180">
                  <c:v>36686</c:v>
                </c:pt>
                <c:pt idx="181">
                  <c:v>36693</c:v>
                </c:pt>
                <c:pt idx="182">
                  <c:v>36700</c:v>
                </c:pt>
                <c:pt idx="183">
                  <c:v>36707</c:v>
                </c:pt>
                <c:pt idx="184">
                  <c:v>36714</c:v>
                </c:pt>
                <c:pt idx="185">
                  <c:v>36721</c:v>
                </c:pt>
                <c:pt idx="186">
                  <c:v>36728</c:v>
                </c:pt>
                <c:pt idx="187">
                  <c:v>36735</c:v>
                </c:pt>
                <c:pt idx="188">
                  <c:v>36742</c:v>
                </c:pt>
                <c:pt idx="189">
                  <c:v>36749</c:v>
                </c:pt>
                <c:pt idx="190">
                  <c:v>36756</c:v>
                </c:pt>
                <c:pt idx="191">
                  <c:v>36763</c:v>
                </c:pt>
                <c:pt idx="192">
                  <c:v>36770</c:v>
                </c:pt>
                <c:pt idx="193">
                  <c:v>36777</c:v>
                </c:pt>
                <c:pt idx="194">
                  <c:v>36784</c:v>
                </c:pt>
                <c:pt idx="195">
                  <c:v>36791</c:v>
                </c:pt>
                <c:pt idx="196">
                  <c:v>36798</c:v>
                </c:pt>
                <c:pt idx="197">
                  <c:v>36805</c:v>
                </c:pt>
                <c:pt idx="198">
                  <c:v>36812</c:v>
                </c:pt>
                <c:pt idx="199">
                  <c:v>36819</c:v>
                </c:pt>
                <c:pt idx="200">
                  <c:v>36826</c:v>
                </c:pt>
                <c:pt idx="201">
                  <c:v>36833</c:v>
                </c:pt>
                <c:pt idx="202">
                  <c:v>36840</c:v>
                </c:pt>
                <c:pt idx="203">
                  <c:v>36847</c:v>
                </c:pt>
                <c:pt idx="204">
                  <c:v>36854</c:v>
                </c:pt>
                <c:pt idx="205">
                  <c:v>36861</c:v>
                </c:pt>
                <c:pt idx="206">
                  <c:v>36868</c:v>
                </c:pt>
                <c:pt idx="207">
                  <c:v>36875</c:v>
                </c:pt>
                <c:pt idx="208">
                  <c:v>36882</c:v>
                </c:pt>
                <c:pt idx="209">
                  <c:v>36889</c:v>
                </c:pt>
                <c:pt idx="210">
                  <c:v>36896</c:v>
                </c:pt>
                <c:pt idx="211">
                  <c:v>36903</c:v>
                </c:pt>
                <c:pt idx="212">
                  <c:v>36910</c:v>
                </c:pt>
                <c:pt idx="213">
                  <c:v>36917</c:v>
                </c:pt>
                <c:pt idx="214">
                  <c:v>36924</c:v>
                </c:pt>
                <c:pt idx="215">
                  <c:v>36931</c:v>
                </c:pt>
                <c:pt idx="216">
                  <c:v>36938</c:v>
                </c:pt>
                <c:pt idx="217">
                  <c:v>36945</c:v>
                </c:pt>
                <c:pt idx="218">
                  <c:v>36952</c:v>
                </c:pt>
                <c:pt idx="219">
                  <c:v>36959</c:v>
                </c:pt>
                <c:pt idx="220">
                  <c:v>36966</c:v>
                </c:pt>
                <c:pt idx="221">
                  <c:v>36973</c:v>
                </c:pt>
                <c:pt idx="222">
                  <c:v>36980</c:v>
                </c:pt>
                <c:pt idx="223">
                  <c:v>36987</c:v>
                </c:pt>
                <c:pt idx="224">
                  <c:v>36994</c:v>
                </c:pt>
                <c:pt idx="225">
                  <c:v>37001</c:v>
                </c:pt>
                <c:pt idx="226">
                  <c:v>37008</c:v>
                </c:pt>
                <c:pt idx="227">
                  <c:v>37015</c:v>
                </c:pt>
                <c:pt idx="228">
                  <c:v>37022</c:v>
                </c:pt>
                <c:pt idx="229">
                  <c:v>37029</c:v>
                </c:pt>
                <c:pt idx="230">
                  <c:v>37036</c:v>
                </c:pt>
                <c:pt idx="231">
                  <c:v>37043</c:v>
                </c:pt>
                <c:pt idx="232">
                  <c:v>37050</c:v>
                </c:pt>
                <c:pt idx="233">
                  <c:v>37057</c:v>
                </c:pt>
                <c:pt idx="234">
                  <c:v>37064</c:v>
                </c:pt>
                <c:pt idx="235">
                  <c:v>37071</c:v>
                </c:pt>
                <c:pt idx="236">
                  <c:v>37078</c:v>
                </c:pt>
                <c:pt idx="237">
                  <c:v>37085</c:v>
                </c:pt>
                <c:pt idx="238">
                  <c:v>37092</c:v>
                </c:pt>
                <c:pt idx="239">
                  <c:v>37099</c:v>
                </c:pt>
                <c:pt idx="240">
                  <c:v>37106</c:v>
                </c:pt>
                <c:pt idx="241">
                  <c:v>37113</c:v>
                </c:pt>
                <c:pt idx="242">
                  <c:v>37120</c:v>
                </c:pt>
                <c:pt idx="243">
                  <c:v>37127</c:v>
                </c:pt>
                <c:pt idx="244">
                  <c:v>37134</c:v>
                </c:pt>
                <c:pt idx="245">
                  <c:v>37141</c:v>
                </c:pt>
                <c:pt idx="246">
                  <c:v>37148</c:v>
                </c:pt>
                <c:pt idx="247">
                  <c:v>37155</c:v>
                </c:pt>
                <c:pt idx="248">
                  <c:v>37162</c:v>
                </c:pt>
                <c:pt idx="249">
                  <c:v>37169</c:v>
                </c:pt>
                <c:pt idx="250">
                  <c:v>37176</c:v>
                </c:pt>
                <c:pt idx="251">
                  <c:v>37183</c:v>
                </c:pt>
                <c:pt idx="252">
                  <c:v>37190</c:v>
                </c:pt>
                <c:pt idx="253">
                  <c:v>37197</c:v>
                </c:pt>
                <c:pt idx="254">
                  <c:v>37204</c:v>
                </c:pt>
                <c:pt idx="255">
                  <c:v>37211</c:v>
                </c:pt>
                <c:pt idx="256">
                  <c:v>37218</c:v>
                </c:pt>
                <c:pt idx="257">
                  <c:v>37225</c:v>
                </c:pt>
                <c:pt idx="258">
                  <c:v>37232</c:v>
                </c:pt>
                <c:pt idx="259">
                  <c:v>37239</c:v>
                </c:pt>
                <c:pt idx="260">
                  <c:v>37246</c:v>
                </c:pt>
                <c:pt idx="261">
                  <c:v>37253</c:v>
                </c:pt>
                <c:pt idx="262">
                  <c:v>37260</c:v>
                </c:pt>
                <c:pt idx="263">
                  <c:v>37267</c:v>
                </c:pt>
                <c:pt idx="264">
                  <c:v>37274</c:v>
                </c:pt>
                <c:pt idx="265">
                  <c:v>37281</c:v>
                </c:pt>
                <c:pt idx="266">
                  <c:v>37288</c:v>
                </c:pt>
                <c:pt idx="267">
                  <c:v>37295</c:v>
                </c:pt>
                <c:pt idx="268">
                  <c:v>37302</c:v>
                </c:pt>
                <c:pt idx="269">
                  <c:v>37309</c:v>
                </c:pt>
                <c:pt idx="270">
                  <c:v>37316</c:v>
                </c:pt>
                <c:pt idx="271">
                  <c:v>37323</c:v>
                </c:pt>
                <c:pt idx="272">
                  <c:v>37330</c:v>
                </c:pt>
                <c:pt idx="273">
                  <c:v>37337</c:v>
                </c:pt>
                <c:pt idx="274">
                  <c:v>37344</c:v>
                </c:pt>
                <c:pt idx="275">
                  <c:v>37351</c:v>
                </c:pt>
                <c:pt idx="276">
                  <c:v>37358</c:v>
                </c:pt>
                <c:pt idx="277">
                  <c:v>37365</c:v>
                </c:pt>
                <c:pt idx="278">
                  <c:v>37372</c:v>
                </c:pt>
                <c:pt idx="279">
                  <c:v>37379</c:v>
                </c:pt>
                <c:pt idx="280">
                  <c:v>37386</c:v>
                </c:pt>
                <c:pt idx="281">
                  <c:v>37393</c:v>
                </c:pt>
                <c:pt idx="282">
                  <c:v>37400</c:v>
                </c:pt>
                <c:pt idx="283">
                  <c:v>37407</c:v>
                </c:pt>
                <c:pt idx="284">
                  <c:v>37414</c:v>
                </c:pt>
                <c:pt idx="285">
                  <c:v>37421</c:v>
                </c:pt>
                <c:pt idx="286">
                  <c:v>37428</c:v>
                </c:pt>
                <c:pt idx="287">
                  <c:v>37435</c:v>
                </c:pt>
                <c:pt idx="288">
                  <c:v>37442</c:v>
                </c:pt>
                <c:pt idx="289">
                  <c:v>37449</c:v>
                </c:pt>
                <c:pt idx="290">
                  <c:v>37456</c:v>
                </c:pt>
                <c:pt idx="291">
                  <c:v>37463</c:v>
                </c:pt>
                <c:pt idx="292">
                  <c:v>37470</c:v>
                </c:pt>
                <c:pt idx="293">
                  <c:v>37477</c:v>
                </c:pt>
                <c:pt idx="294">
                  <c:v>37484</c:v>
                </c:pt>
                <c:pt idx="295">
                  <c:v>37491</c:v>
                </c:pt>
                <c:pt idx="296">
                  <c:v>37498</c:v>
                </c:pt>
                <c:pt idx="297">
                  <c:v>37505</c:v>
                </c:pt>
                <c:pt idx="298">
                  <c:v>37512</c:v>
                </c:pt>
                <c:pt idx="299">
                  <c:v>37519</c:v>
                </c:pt>
                <c:pt idx="300">
                  <c:v>37526</c:v>
                </c:pt>
                <c:pt idx="301">
                  <c:v>37533</c:v>
                </c:pt>
                <c:pt idx="302">
                  <c:v>37540</c:v>
                </c:pt>
                <c:pt idx="303">
                  <c:v>37547</c:v>
                </c:pt>
                <c:pt idx="304">
                  <c:v>37554</c:v>
                </c:pt>
                <c:pt idx="305">
                  <c:v>37561</c:v>
                </c:pt>
                <c:pt idx="306">
                  <c:v>37568</c:v>
                </c:pt>
                <c:pt idx="307">
                  <c:v>37575</c:v>
                </c:pt>
                <c:pt idx="308">
                  <c:v>37582</c:v>
                </c:pt>
                <c:pt idx="309">
                  <c:v>37589</c:v>
                </c:pt>
                <c:pt idx="310">
                  <c:v>37596</c:v>
                </c:pt>
                <c:pt idx="311">
                  <c:v>37603</c:v>
                </c:pt>
                <c:pt idx="312">
                  <c:v>37610</c:v>
                </c:pt>
                <c:pt idx="313">
                  <c:v>37617</c:v>
                </c:pt>
                <c:pt idx="314">
                  <c:v>37624</c:v>
                </c:pt>
                <c:pt idx="315">
                  <c:v>37631</c:v>
                </c:pt>
                <c:pt idx="316">
                  <c:v>37638</c:v>
                </c:pt>
                <c:pt idx="317">
                  <c:v>37645</c:v>
                </c:pt>
                <c:pt idx="318">
                  <c:v>37652</c:v>
                </c:pt>
                <c:pt idx="319">
                  <c:v>37659</c:v>
                </c:pt>
                <c:pt idx="320">
                  <c:v>37666</c:v>
                </c:pt>
                <c:pt idx="321">
                  <c:v>37673</c:v>
                </c:pt>
                <c:pt idx="322">
                  <c:v>37680</c:v>
                </c:pt>
                <c:pt idx="323">
                  <c:v>37687</c:v>
                </c:pt>
                <c:pt idx="324">
                  <c:v>37694</c:v>
                </c:pt>
                <c:pt idx="325">
                  <c:v>37701</c:v>
                </c:pt>
                <c:pt idx="326">
                  <c:v>37708</c:v>
                </c:pt>
                <c:pt idx="327">
                  <c:v>37715</c:v>
                </c:pt>
                <c:pt idx="328">
                  <c:v>37722</c:v>
                </c:pt>
                <c:pt idx="329">
                  <c:v>37729</c:v>
                </c:pt>
                <c:pt idx="330">
                  <c:v>37736</c:v>
                </c:pt>
                <c:pt idx="331">
                  <c:v>37743</c:v>
                </c:pt>
                <c:pt idx="332">
                  <c:v>37750</c:v>
                </c:pt>
                <c:pt idx="333">
                  <c:v>37757</c:v>
                </c:pt>
                <c:pt idx="334">
                  <c:v>37764</c:v>
                </c:pt>
                <c:pt idx="335">
                  <c:v>37771</c:v>
                </c:pt>
                <c:pt idx="336">
                  <c:v>37778</c:v>
                </c:pt>
                <c:pt idx="337">
                  <c:v>37785</c:v>
                </c:pt>
                <c:pt idx="338">
                  <c:v>37792</c:v>
                </c:pt>
                <c:pt idx="339">
                  <c:v>37799</c:v>
                </c:pt>
                <c:pt idx="340">
                  <c:v>37806</c:v>
                </c:pt>
                <c:pt idx="341">
                  <c:v>37813</c:v>
                </c:pt>
                <c:pt idx="342">
                  <c:v>37820</c:v>
                </c:pt>
                <c:pt idx="343">
                  <c:v>37827</c:v>
                </c:pt>
                <c:pt idx="344">
                  <c:v>37834</c:v>
                </c:pt>
                <c:pt idx="345">
                  <c:v>37841</c:v>
                </c:pt>
                <c:pt idx="346">
                  <c:v>37848</c:v>
                </c:pt>
                <c:pt idx="347">
                  <c:v>37855</c:v>
                </c:pt>
                <c:pt idx="348">
                  <c:v>37862</c:v>
                </c:pt>
                <c:pt idx="349">
                  <c:v>37869</c:v>
                </c:pt>
                <c:pt idx="350">
                  <c:v>37876</c:v>
                </c:pt>
                <c:pt idx="351">
                  <c:v>37883</c:v>
                </c:pt>
                <c:pt idx="352">
                  <c:v>37890</c:v>
                </c:pt>
                <c:pt idx="353">
                  <c:v>37897</c:v>
                </c:pt>
                <c:pt idx="354">
                  <c:v>37904</c:v>
                </c:pt>
                <c:pt idx="355">
                  <c:v>37911</c:v>
                </c:pt>
                <c:pt idx="356">
                  <c:v>37918</c:v>
                </c:pt>
                <c:pt idx="357">
                  <c:v>37925</c:v>
                </c:pt>
                <c:pt idx="358">
                  <c:v>37932</c:v>
                </c:pt>
                <c:pt idx="359">
                  <c:v>37939</c:v>
                </c:pt>
                <c:pt idx="360">
                  <c:v>37946</c:v>
                </c:pt>
                <c:pt idx="361">
                  <c:v>37953</c:v>
                </c:pt>
                <c:pt idx="362">
                  <c:v>37960</c:v>
                </c:pt>
                <c:pt idx="363">
                  <c:v>37967</c:v>
                </c:pt>
                <c:pt idx="364">
                  <c:v>37974</c:v>
                </c:pt>
                <c:pt idx="365">
                  <c:v>37981</c:v>
                </c:pt>
                <c:pt idx="366">
                  <c:v>37988</c:v>
                </c:pt>
                <c:pt idx="367">
                  <c:v>37995</c:v>
                </c:pt>
                <c:pt idx="368">
                  <c:v>38002</c:v>
                </c:pt>
                <c:pt idx="369">
                  <c:v>38009</c:v>
                </c:pt>
                <c:pt idx="370">
                  <c:v>38016</c:v>
                </c:pt>
                <c:pt idx="371">
                  <c:v>38023</c:v>
                </c:pt>
                <c:pt idx="372">
                  <c:v>38030</c:v>
                </c:pt>
                <c:pt idx="373">
                  <c:v>38037</c:v>
                </c:pt>
                <c:pt idx="374">
                  <c:v>38044</c:v>
                </c:pt>
                <c:pt idx="375">
                  <c:v>38051</c:v>
                </c:pt>
                <c:pt idx="376">
                  <c:v>38058</c:v>
                </c:pt>
                <c:pt idx="377">
                  <c:v>38065</c:v>
                </c:pt>
                <c:pt idx="378">
                  <c:v>38072</c:v>
                </c:pt>
                <c:pt idx="379">
                  <c:v>38079</c:v>
                </c:pt>
                <c:pt idx="380">
                  <c:v>38086</c:v>
                </c:pt>
                <c:pt idx="381">
                  <c:v>38093</c:v>
                </c:pt>
                <c:pt idx="382">
                  <c:v>38100</c:v>
                </c:pt>
                <c:pt idx="383">
                  <c:v>38107</c:v>
                </c:pt>
                <c:pt idx="384">
                  <c:v>38114</c:v>
                </c:pt>
                <c:pt idx="385">
                  <c:v>38121</c:v>
                </c:pt>
                <c:pt idx="386">
                  <c:v>38128</c:v>
                </c:pt>
                <c:pt idx="387">
                  <c:v>38135</c:v>
                </c:pt>
                <c:pt idx="388">
                  <c:v>38142</c:v>
                </c:pt>
                <c:pt idx="389">
                  <c:v>38149</c:v>
                </c:pt>
                <c:pt idx="390">
                  <c:v>38156</c:v>
                </c:pt>
                <c:pt idx="391">
                  <c:v>38163</c:v>
                </c:pt>
                <c:pt idx="392">
                  <c:v>38170</c:v>
                </c:pt>
                <c:pt idx="393">
                  <c:v>38177</c:v>
                </c:pt>
                <c:pt idx="394">
                  <c:v>38184</c:v>
                </c:pt>
                <c:pt idx="395">
                  <c:v>38191</c:v>
                </c:pt>
                <c:pt idx="396">
                  <c:v>38198</c:v>
                </c:pt>
                <c:pt idx="397">
                  <c:v>38205</c:v>
                </c:pt>
                <c:pt idx="398">
                  <c:v>38212</c:v>
                </c:pt>
                <c:pt idx="399">
                  <c:v>38219</c:v>
                </c:pt>
                <c:pt idx="400">
                  <c:v>38226</c:v>
                </c:pt>
                <c:pt idx="401">
                  <c:v>38233</c:v>
                </c:pt>
                <c:pt idx="402">
                  <c:v>38240</c:v>
                </c:pt>
                <c:pt idx="403">
                  <c:v>38247</c:v>
                </c:pt>
                <c:pt idx="404">
                  <c:v>38254</c:v>
                </c:pt>
                <c:pt idx="405">
                  <c:v>38261</c:v>
                </c:pt>
                <c:pt idx="406">
                  <c:v>38268</c:v>
                </c:pt>
                <c:pt idx="407">
                  <c:v>38275</c:v>
                </c:pt>
                <c:pt idx="408">
                  <c:v>38282</c:v>
                </c:pt>
                <c:pt idx="409">
                  <c:v>38289</c:v>
                </c:pt>
                <c:pt idx="410">
                  <c:v>38296</c:v>
                </c:pt>
                <c:pt idx="411">
                  <c:v>38303</c:v>
                </c:pt>
                <c:pt idx="412">
                  <c:v>38310</c:v>
                </c:pt>
                <c:pt idx="413">
                  <c:v>38317</c:v>
                </c:pt>
                <c:pt idx="414">
                  <c:v>38324</c:v>
                </c:pt>
                <c:pt idx="415">
                  <c:v>38331</c:v>
                </c:pt>
                <c:pt idx="416">
                  <c:v>38338</c:v>
                </c:pt>
                <c:pt idx="417">
                  <c:v>38345</c:v>
                </c:pt>
                <c:pt idx="418">
                  <c:v>38352</c:v>
                </c:pt>
                <c:pt idx="419">
                  <c:v>38359</c:v>
                </c:pt>
                <c:pt idx="420">
                  <c:v>38366</c:v>
                </c:pt>
                <c:pt idx="421">
                  <c:v>38373</c:v>
                </c:pt>
                <c:pt idx="422">
                  <c:v>38380</c:v>
                </c:pt>
                <c:pt idx="423">
                  <c:v>38387</c:v>
                </c:pt>
                <c:pt idx="424">
                  <c:v>38394</c:v>
                </c:pt>
                <c:pt idx="425">
                  <c:v>38401</c:v>
                </c:pt>
                <c:pt idx="426">
                  <c:v>38408</c:v>
                </c:pt>
                <c:pt idx="427">
                  <c:v>38415</c:v>
                </c:pt>
                <c:pt idx="428">
                  <c:v>38422</c:v>
                </c:pt>
                <c:pt idx="429">
                  <c:v>38429</c:v>
                </c:pt>
                <c:pt idx="430">
                  <c:v>38436</c:v>
                </c:pt>
                <c:pt idx="431">
                  <c:v>38443</c:v>
                </c:pt>
                <c:pt idx="432">
                  <c:v>38450</c:v>
                </c:pt>
                <c:pt idx="433">
                  <c:v>38457</c:v>
                </c:pt>
                <c:pt idx="434">
                  <c:v>38464</c:v>
                </c:pt>
                <c:pt idx="435">
                  <c:v>38471</c:v>
                </c:pt>
                <c:pt idx="436">
                  <c:v>38478</c:v>
                </c:pt>
                <c:pt idx="437">
                  <c:v>38485</c:v>
                </c:pt>
                <c:pt idx="438">
                  <c:v>38492</c:v>
                </c:pt>
                <c:pt idx="439">
                  <c:v>38499</c:v>
                </c:pt>
                <c:pt idx="440">
                  <c:v>38506</c:v>
                </c:pt>
                <c:pt idx="441">
                  <c:v>38513</c:v>
                </c:pt>
                <c:pt idx="442">
                  <c:v>38520</c:v>
                </c:pt>
                <c:pt idx="443">
                  <c:v>38527</c:v>
                </c:pt>
                <c:pt idx="444">
                  <c:v>38534</c:v>
                </c:pt>
                <c:pt idx="445">
                  <c:v>38541</c:v>
                </c:pt>
                <c:pt idx="446">
                  <c:v>38548</c:v>
                </c:pt>
                <c:pt idx="447">
                  <c:v>38555</c:v>
                </c:pt>
                <c:pt idx="448">
                  <c:v>38562</c:v>
                </c:pt>
                <c:pt idx="449">
                  <c:v>38569</c:v>
                </c:pt>
                <c:pt idx="450">
                  <c:v>38576</c:v>
                </c:pt>
                <c:pt idx="451">
                  <c:v>38583</c:v>
                </c:pt>
                <c:pt idx="452">
                  <c:v>38590</c:v>
                </c:pt>
                <c:pt idx="453">
                  <c:v>38597</c:v>
                </c:pt>
                <c:pt idx="454">
                  <c:v>38604</c:v>
                </c:pt>
                <c:pt idx="455">
                  <c:v>38611</c:v>
                </c:pt>
                <c:pt idx="456">
                  <c:v>38618</c:v>
                </c:pt>
                <c:pt idx="457">
                  <c:v>38625</c:v>
                </c:pt>
                <c:pt idx="458">
                  <c:v>38632</c:v>
                </c:pt>
                <c:pt idx="459">
                  <c:v>38639</c:v>
                </c:pt>
                <c:pt idx="460">
                  <c:v>38646</c:v>
                </c:pt>
                <c:pt idx="461">
                  <c:v>38653</c:v>
                </c:pt>
                <c:pt idx="462">
                  <c:v>38660</c:v>
                </c:pt>
                <c:pt idx="463">
                  <c:v>38667</c:v>
                </c:pt>
                <c:pt idx="464">
                  <c:v>38674</c:v>
                </c:pt>
                <c:pt idx="465">
                  <c:v>38681</c:v>
                </c:pt>
                <c:pt idx="466">
                  <c:v>38688</c:v>
                </c:pt>
                <c:pt idx="467">
                  <c:v>38695</c:v>
                </c:pt>
                <c:pt idx="468">
                  <c:v>38702</c:v>
                </c:pt>
                <c:pt idx="469">
                  <c:v>38709</c:v>
                </c:pt>
                <c:pt idx="470">
                  <c:v>38716</c:v>
                </c:pt>
                <c:pt idx="471">
                  <c:v>38723</c:v>
                </c:pt>
                <c:pt idx="472">
                  <c:v>38730</c:v>
                </c:pt>
                <c:pt idx="473">
                  <c:v>38737</c:v>
                </c:pt>
                <c:pt idx="474">
                  <c:v>38744</c:v>
                </c:pt>
                <c:pt idx="475">
                  <c:v>38751</c:v>
                </c:pt>
                <c:pt idx="476">
                  <c:v>38758</c:v>
                </c:pt>
                <c:pt idx="477">
                  <c:v>38765</c:v>
                </c:pt>
                <c:pt idx="478">
                  <c:v>38772</c:v>
                </c:pt>
                <c:pt idx="479">
                  <c:v>38779</c:v>
                </c:pt>
                <c:pt idx="480">
                  <c:v>38786</c:v>
                </c:pt>
                <c:pt idx="481">
                  <c:v>38793</c:v>
                </c:pt>
                <c:pt idx="482">
                  <c:v>38800</c:v>
                </c:pt>
                <c:pt idx="483">
                  <c:v>38807</c:v>
                </c:pt>
                <c:pt idx="484">
                  <c:v>38814</c:v>
                </c:pt>
                <c:pt idx="485">
                  <c:v>38821</c:v>
                </c:pt>
                <c:pt idx="486">
                  <c:v>38828</c:v>
                </c:pt>
                <c:pt idx="487">
                  <c:v>38835</c:v>
                </c:pt>
                <c:pt idx="488">
                  <c:v>38842</c:v>
                </c:pt>
                <c:pt idx="489">
                  <c:v>38849</c:v>
                </c:pt>
                <c:pt idx="490">
                  <c:v>38856</c:v>
                </c:pt>
                <c:pt idx="491">
                  <c:v>38863</c:v>
                </c:pt>
                <c:pt idx="492">
                  <c:v>38870</c:v>
                </c:pt>
                <c:pt idx="493">
                  <c:v>38877</c:v>
                </c:pt>
                <c:pt idx="494">
                  <c:v>38884</c:v>
                </c:pt>
                <c:pt idx="495">
                  <c:v>38891</c:v>
                </c:pt>
                <c:pt idx="496">
                  <c:v>38898</c:v>
                </c:pt>
                <c:pt idx="497">
                  <c:v>38905</c:v>
                </c:pt>
                <c:pt idx="498">
                  <c:v>38912</c:v>
                </c:pt>
                <c:pt idx="499">
                  <c:v>38919</c:v>
                </c:pt>
                <c:pt idx="500">
                  <c:v>38926</c:v>
                </c:pt>
                <c:pt idx="501">
                  <c:v>38933</c:v>
                </c:pt>
                <c:pt idx="502">
                  <c:v>38940</c:v>
                </c:pt>
                <c:pt idx="503">
                  <c:v>38947</c:v>
                </c:pt>
                <c:pt idx="504">
                  <c:v>38954</c:v>
                </c:pt>
                <c:pt idx="505">
                  <c:v>38961</c:v>
                </c:pt>
                <c:pt idx="506">
                  <c:v>38968</c:v>
                </c:pt>
                <c:pt idx="507">
                  <c:v>38975</c:v>
                </c:pt>
                <c:pt idx="508">
                  <c:v>38982</c:v>
                </c:pt>
                <c:pt idx="509">
                  <c:v>38989</c:v>
                </c:pt>
                <c:pt idx="510">
                  <c:v>38996</c:v>
                </c:pt>
                <c:pt idx="511">
                  <c:v>39003</c:v>
                </c:pt>
                <c:pt idx="512">
                  <c:v>39010</c:v>
                </c:pt>
                <c:pt idx="513">
                  <c:v>39017</c:v>
                </c:pt>
                <c:pt idx="514">
                  <c:v>39024</c:v>
                </c:pt>
                <c:pt idx="515">
                  <c:v>39031</c:v>
                </c:pt>
                <c:pt idx="516">
                  <c:v>39038</c:v>
                </c:pt>
                <c:pt idx="517">
                  <c:v>39045</c:v>
                </c:pt>
                <c:pt idx="518">
                  <c:v>39052</c:v>
                </c:pt>
                <c:pt idx="519">
                  <c:v>39059</c:v>
                </c:pt>
                <c:pt idx="520">
                  <c:v>39066</c:v>
                </c:pt>
                <c:pt idx="521">
                  <c:v>39073</c:v>
                </c:pt>
                <c:pt idx="522">
                  <c:v>39080</c:v>
                </c:pt>
                <c:pt idx="523">
                  <c:v>39087</c:v>
                </c:pt>
                <c:pt idx="524">
                  <c:v>39094</c:v>
                </c:pt>
                <c:pt idx="525">
                  <c:v>39101</c:v>
                </c:pt>
                <c:pt idx="526">
                  <c:v>39108</c:v>
                </c:pt>
                <c:pt idx="527">
                  <c:v>39115</c:v>
                </c:pt>
                <c:pt idx="528">
                  <c:v>39122</c:v>
                </c:pt>
                <c:pt idx="529">
                  <c:v>39129</c:v>
                </c:pt>
                <c:pt idx="530">
                  <c:v>39136</c:v>
                </c:pt>
                <c:pt idx="531">
                  <c:v>39143</c:v>
                </c:pt>
                <c:pt idx="532">
                  <c:v>39150</c:v>
                </c:pt>
                <c:pt idx="533">
                  <c:v>39157</c:v>
                </c:pt>
                <c:pt idx="534">
                  <c:v>39164</c:v>
                </c:pt>
                <c:pt idx="535">
                  <c:v>39171</c:v>
                </c:pt>
                <c:pt idx="536">
                  <c:v>39178</c:v>
                </c:pt>
                <c:pt idx="537">
                  <c:v>39185</c:v>
                </c:pt>
                <c:pt idx="538">
                  <c:v>39192</c:v>
                </c:pt>
                <c:pt idx="539">
                  <c:v>39199</c:v>
                </c:pt>
                <c:pt idx="540">
                  <c:v>39206</c:v>
                </c:pt>
                <c:pt idx="541">
                  <c:v>39213</c:v>
                </c:pt>
                <c:pt idx="542">
                  <c:v>39220</c:v>
                </c:pt>
                <c:pt idx="543">
                  <c:v>39227</c:v>
                </c:pt>
                <c:pt idx="544">
                  <c:v>39234</c:v>
                </c:pt>
                <c:pt idx="545">
                  <c:v>39241</c:v>
                </c:pt>
                <c:pt idx="546">
                  <c:v>39248</c:v>
                </c:pt>
                <c:pt idx="547">
                  <c:v>39255</c:v>
                </c:pt>
                <c:pt idx="548">
                  <c:v>39262</c:v>
                </c:pt>
                <c:pt idx="549">
                  <c:v>39269</c:v>
                </c:pt>
                <c:pt idx="550">
                  <c:v>39276</c:v>
                </c:pt>
                <c:pt idx="551">
                  <c:v>39283</c:v>
                </c:pt>
                <c:pt idx="552">
                  <c:v>39290</c:v>
                </c:pt>
                <c:pt idx="553">
                  <c:v>39297</c:v>
                </c:pt>
                <c:pt idx="554">
                  <c:v>39304</c:v>
                </c:pt>
                <c:pt idx="555">
                  <c:v>39311</c:v>
                </c:pt>
                <c:pt idx="556">
                  <c:v>39318</c:v>
                </c:pt>
                <c:pt idx="557">
                  <c:v>39325</c:v>
                </c:pt>
                <c:pt idx="558">
                  <c:v>39332</c:v>
                </c:pt>
                <c:pt idx="559">
                  <c:v>39339</c:v>
                </c:pt>
                <c:pt idx="560">
                  <c:v>39346</c:v>
                </c:pt>
                <c:pt idx="561">
                  <c:v>39353</c:v>
                </c:pt>
                <c:pt idx="562">
                  <c:v>39360</c:v>
                </c:pt>
                <c:pt idx="563">
                  <c:v>39367</c:v>
                </c:pt>
                <c:pt idx="564">
                  <c:v>39374</c:v>
                </c:pt>
                <c:pt idx="565">
                  <c:v>39381</c:v>
                </c:pt>
                <c:pt idx="566">
                  <c:v>39388</c:v>
                </c:pt>
                <c:pt idx="567">
                  <c:v>39395</c:v>
                </c:pt>
                <c:pt idx="568">
                  <c:v>39402</c:v>
                </c:pt>
                <c:pt idx="569">
                  <c:v>39409</c:v>
                </c:pt>
                <c:pt idx="570">
                  <c:v>39416</c:v>
                </c:pt>
                <c:pt idx="571">
                  <c:v>39423</c:v>
                </c:pt>
                <c:pt idx="572">
                  <c:v>39430</c:v>
                </c:pt>
                <c:pt idx="573">
                  <c:v>39437</c:v>
                </c:pt>
                <c:pt idx="574">
                  <c:v>39444</c:v>
                </c:pt>
                <c:pt idx="575">
                  <c:v>39451</c:v>
                </c:pt>
                <c:pt idx="576">
                  <c:v>39458</c:v>
                </c:pt>
                <c:pt idx="577">
                  <c:v>39465</c:v>
                </c:pt>
                <c:pt idx="578">
                  <c:v>39472</c:v>
                </c:pt>
                <c:pt idx="579">
                  <c:v>39479</c:v>
                </c:pt>
                <c:pt idx="580">
                  <c:v>39486</c:v>
                </c:pt>
                <c:pt idx="581">
                  <c:v>39493</c:v>
                </c:pt>
                <c:pt idx="582">
                  <c:v>39500</c:v>
                </c:pt>
                <c:pt idx="583">
                  <c:v>39507</c:v>
                </c:pt>
              </c:numCache>
            </c:numRef>
          </c:cat>
          <c:val>
            <c:numRef>
              <c:f>'maya-itsmo'!$C$3:$C$586</c:f>
              <c:numCache>
                <c:formatCode>General</c:formatCode>
                <c:ptCount val="584"/>
                <c:pt idx="0">
                  <c:v>19.329999999999988</c:v>
                </c:pt>
                <c:pt idx="1">
                  <c:v>19.630000000000031</c:v>
                </c:pt>
                <c:pt idx="2">
                  <c:v>18.84</c:v>
                </c:pt>
                <c:pt idx="3">
                  <c:v>17.989999999999903</c:v>
                </c:pt>
                <c:pt idx="4">
                  <c:v>17.72</c:v>
                </c:pt>
                <c:pt idx="5">
                  <c:v>17.39</c:v>
                </c:pt>
                <c:pt idx="6">
                  <c:v>15.57</c:v>
                </c:pt>
                <c:pt idx="7">
                  <c:v>15.82</c:v>
                </c:pt>
                <c:pt idx="8">
                  <c:v>14.65</c:v>
                </c:pt>
                <c:pt idx="9">
                  <c:v>14.15</c:v>
                </c:pt>
                <c:pt idx="10">
                  <c:v>14.61</c:v>
                </c:pt>
                <c:pt idx="11">
                  <c:v>15.79</c:v>
                </c:pt>
                <c:pt idx="12">
                  <c:v>15.370000000000006</c:v>
                </c:pt>
                <c:pt idx="13">
                  <c:v>14.360000000000024</c:v>
                </c:pt>
                <c:pt idx="14">
                  <c:v>14.05</c:v>
                </c:pt>
                <c:pt idx="15">
                  <c:v>14.38</c:v>
                </c:pt>
                <c:pt idx="16">
                  <c:v>14.56</c:v>
                </c:pt>
                <c:pt idx="17">
                  <c:v>14.68</c:v>
                </c:pt>
                <c:pt idx="18">
                  <c:v>14.38</c:v>
                </c:pt>
                <c:pt idx="19">
                  <c:v>15.68</c:v>
                </c:pt>
                <c:pt idx="20">
                  <c:v>15.83</c:v>
                </c:pt>
                <c:pt idx="21">
                  <c:v>15.28</c:v>
                </c:pt>
                <c:pt idx="22">
                  <c:v>14.9</c:v>
                </c:pt>
                <c:pt idx="23">
                  <c:v>13.870000000000006</c:v>
                </c:pt>
                <c:pt idx="24">
                  <c:v>14.1</c:v>
                </c:pt>
                <c:pt idx="25">
                  <c:v>14.25</c:v>
                </c:pt>
                <c:pt idx="26">
                  <c:v>14.52</c:v>
                </c:pt>
                <c:pt idx="27">
                  <c:v>14.25</c:v>
                </c:pt>
                <c:pt idx="28">
                  <c:v>14.47</c:v>
                </c:pt>
                <c:pt idx="29">
                  <c:v>14.29</c:v>
                </c:pt>
                <c:pt idx="30">
                  <c:v>14.49</c:v>
                </c:pt>
                <c:pt idx="31">
                  <c:v>15.23</c:v>
                </c:pt>
                <c:pt idx="32">
                  <c:v>15.11</c:v>
                </c:pt>
                <c:pt idx="33">
                  <c:v>15.13</c:v>
                </c:pt>
                <c:pt idx="34">
                  <c:v>14.83</c:v>
                </c:pt>
                <c:pt idx="35">
                  <c:v>14.51</c:v>
                </c:pt>
                <c:pt idx="36">
                  <c:v>14.19</c:v>
                </c:pt>
                <c:pt idx="37">
                  <c:v>14.41</c:v>
                </c:pt>
                <c:pt idx="38">
                  <c:v>14.98</c:v>
                </c:pt>
                <c:pt idx="39">
                  <c:v>15.860000000000024</c:v>
                </c:pt>
                <c:pt idx="40">
                  <c:v>16.610000000000031</c:v>
                </c:pt>
                <c:pt idx="41">
                  <c:v>15.97</c:v>
                </c:pt>
                <c:pt idx="42">
                  <c:v>15.67</c:v>
                </c:pt>
                <c:pt idx="43">
                  <c:v>15.69</c:v>
                </c:pt>
                <c:pt idx="44">
                  <c:v>15.53</c:v>
                </c:pt>
                <c:pt idx="45">
                  <c:v>14.96</c:v>
                </c:pt>
                <c:pt idx="46">
                  <c:v>14.28</c:v>
                </c:pt>
                <c:pt idx="47">
                  <c:v>13.72</c:v>
                </c:pt>
                <c:pt idx="48">
                  <c:v>12.6</c:v>
                </c:pt>
                <c:pt idx="49">
                  <c:v>11.93</c:v>
                </c:pt>
                <c:pt idx="50">
                  <c:v>11.28</c:v>
                </c:pt>
                <c:pt idx="51">
                  <c:v>11.17</c:v>
                </c:pt>
                <c:pt idx="53">
                  <c:v>10.81</c:v>
                </c:pt>
                <c:pt idx="54">
                  <c:v>9.67</c:v>
                </c:pt>
                <c:pt idx="55">
                  <c:v>9.33</c:v>
                </c:pt>
                <c:pt idx="56">
                  <c:v>9.18</c:v>
                </c:pt>
                <c:pt idx="57">
                  <c:v>10.210000000000001</c:v>
                </c:pt>
                <c:pt idx="58">
                  <c:v>9.76</c:v>
                </c:pt>
                <c:pt idx="59">
                  <c:v>9.66</c:v>
                </c:pt>
                <c:pt idx="60">
                  <c:v>8.9700000000000006</c:v>
                </c:pt>
                <c:pt idx="61">
                  <c:v>8.6</c:v>
                </c:pt>
                <c:pt idx="62">
                  <c:v>8.6300000000000008</c:v>
                </c:pt>
                <c:pt idx="63">
                  <c:v>7.14</c:v>
                </c:pt>
                <c:pt idx="64">
                  <c:v>6.72</c:v>
                </c:pt>
                <c:pt idx="65">
                  <c:v>8.120000000000001</c:v>
                </c:pt>
                <c:pt idx="66">
                  <c:v>9.4500000000000028</c:v>
                </c:pt>
                <c:pt idx="67">
                  <c:v>9.23</c:v>
                </c:pt>
                <c:pt idx="68">
                  <c:v>9.39</c:v>
                </c:pt>
                <c:pt idx="69">
                  <c:v>9.4500000000000028</c:v>
                </c:pt>
                <c:pt idx="70">
                  <c:v>9.17</c:v>
                </c:pt>
                <c:pt idx="71">
                  <c:v>9.5300000000000011</c:v>
                </c:pt>
                <c:pt idx="72">
                  <c:v>9.4700000000000006</c:v>
                </c:pt>
                <c:pt idx="73">
                  <c:v>9.32</c:v>
                </c:pt>
                <c:pt idx="74">
                  <c:v>9.9500000000000028</c:v>
                </c:pt>
                <c:pt idx="75">
                  <c:v>9.31</c:v>
                </c:pt>
                <c:pt idx="76">
                  <c:v>8.19</c:v>
                </c:pt>
                <c:pt idx="77">
                  <c:v>7.59</c:v>
                </c:pt>
                <c:pt idx="78">
                  <c:v>8.98</c:v>
                </c:pt>
                <c:pt idx="79">
                  <c:v>9.18</c:v>
                </c:pt>
                <c:pt idx="80">
                  <c:v>9.26</c:v>
                </c:pt>
                <c:pt idx="81">
                  <c:v>9.3700000000000028</c:v>
                </c:pt>
                <c:pt idx="82">
                  <c:v>8.77</c:v>
                </c:pt>
                <c:pt idx="83">
                  <c:v>9.0400000000000009</c:v>
                </c:pt>
                <c:pt idx="84">
                  <c:v>9.02</c:v>
                </c:pt>
                <c:pt idx="85">
                  <c:v>8.42</c:v>
                </c:pt>
                <c:pt idx="86">
                  <c:v>8.19</c:v>
                </c:pt>
                <c:pt idx="87">
                  <c:v>7.68</c:v>
                </c:pt>
                <c:pt idx="88">
                  <c:v>8.11</c:v>
                </c:pt>
                <c:pt idx="89">
                  <c:v>8.92</c:v>
                </c:pt>
                <c:pt idx="90">
                  <c:v>9.8600000000000048</c:v>
                </c:pt>
                <c:pt idx="91">
                  <c:v>10.75</c:v>
                </c:pt>
                <c:pt idx="92">
                  <c:v>10.7</c:v>
                </c:pt>
                <c:pt idx="93">
                  <c:v>10.26</c:v>
                </c:pt>
                <c:pt idx="94">
                  <c:v>9.7199999999999989</c:v>
                </c:pt>
                <c:pt idx="95">
                  <c:v>9</c:v>
                </c:pt>
                <c:pt idx="96">
                  <c:v>9.3600000000000048</c:v>
                </c:pt>
                <c:pt idx="97">
                  <c:v>9.2900000000000009</c:v>
                </c:pt>
                <c:pt idx="98">
                  <c:v>8.4</c:v>
                </c:pt>
                <c:pt idx="99">
                  <c:v>7.42</c:v>
                </c:pt>
                <c:pt idx="100">
                  <c:v>7.03</c:v>
                </c:pt>
                <c:pt idx="101">
                  <c:v>6.2700000000000014</c:v>
                </c:pt>
                <c:pt idx="102">
                  <c:v>5.8</c:v>
                </c:pt>
                <c:pt idx="103">
                  <c:v>6.1599999999999975</c:v>
                </c:pt>
                <c:pt idx="104">
                  <c:v>5.91</c:v>
                </c:pt>
                <c:pt idx="105">
                  <c:v>6.38</c:v>
                </c:pt>
                <c:pt idx="106">
                  <c:v>7.83</c:v>
                </c:pt>
                <c:pt idx="107">
                  <c:v>7.9700000000000024</c:v>
                </c:pt>
                <c:pt idx="108">
                  <c:v>7.44</c:v>
                </c:pt>
                <c:pt idx="109">
                  <c:v>7.49</c:v>
                </c:pt>
                <c:pt idx="110">
                  <c:v>7.39</c:v>
                </c:pt>
                <c:pt idx="111">
                  <c:v>6.81</c:v>
                </c:pt>
                <c:pt idx="112">
                  <c:v>7.03</c:v>
                </c:pt>
                <c:pt idx="113">
                  <c:v>7.8599999999999985</c:v>
                </c:pt>
                <c:pt idx="114">
                  <c:v>8.52</c:v>
                </c:pt>
                <c:pt idx="115">
                  <c:v>9.23</c:v>
                </c:pt>
                <c:pt idx="116">
                  <c:v>10.06</c:v>
                </c:pt>
                <c:pt idx="117">
                  <c:v>10.860000000000024</c:v>
                </c:pt>
                <c:pt idx="118">
                  <c:v>11.96</c:v>
                </c:pt>
                <c:pt idx="119">
                  <c:v>11.75</c:v>
                </c:pt>
                <c:pt idx="120">
                  <c:v>12.2</c:v>
                </c:pt>
                <c:pt idx="121">
                  <c:v>13.33</c:v>
                </c:pt>
                <c:pt idx="122">
                  <c:v>13.48</c:v>
                </c:pt>
                <c:pt idx="123">
                  <c:v>13.83</c:v>
                </c:pt>
                <c:pt idx="124">
                  <c:v>12.950000000000006</c:v>
                </c:pt>
                <c:pt idx="125">
                  <c:v>11.98</c:v>
                </c:pt>
                <c:pt idx="126">
                  <c:v>12.31</c:v>
                </c:pt>
                <c:pt idx="127">
                  <c:v>12.21</c:v>
                </c:pt>
                <c:pt idx="128">
                  <c:v>13</c:v>
                </c:pt>
                <c:pt idx="129">
                  <c:v>13.43</c:v>
                </c:pt>
                <c:pt idx="130">
                  <c:v>13.15</c:v>
                </c:pt>
                <c:pt idx="131">
                  <c:v>13.76</c:v>
                </c:pt>
                <c:pt idx="132">
                  <c:v>14.66</c:v>
                </c:pt>
                <c:pt idx="133">
                  <c:v>15.27</c:v>
                </c:pt>
                <c:pt idx="134">
                  <c:v>15.67</c:v>
                </c:pt>
                <c:pt idx="135">
                  <c:v>16.010000000000005</c:v>
                </c:pt>
                <c:pt idx="136">
                  <c:v>16.14</c:v>
                </c:pt>
                <c:pt idx="137">
                  <c:v>17.110000000000031</c:v>
                </c:pt>
                <c:pt idx="138">
                  <c:v>18.350000000000001</c:v>
                </c:pt>
                <c:pt idx="139">
                  <c:v>17.439999999999987</c:v>
                </c:pt>
                <c:pt idx="140">
                  <c:v>17.54</c:v>
                </c:pt>
                <c:pt idx="141">
                  <c:v>18.610000000000031</c:v>
                </c:pt>
                <c:pt idx="142">
                  <c:v>19.329999999999988</c:v>
                </c:pt>
                <c:pt idx="143">
                  <c:v>19.59</c:v>
                </c:pt>
                <c:pt idx="144">
                  <c:v>20.05</c:v>
                </c:pt>
                <c:pt idx="145">
                  <c:v>18.55</c:v>
                </c:pt>
                <c:pt idx="146">
                  <c:v>17.75</c:v>
                </c:pt>
                <c:pt idx="147">
                  <c:v>18.079999999999988</c:v>
                </c:pt>
                <c:pt idx="148">
                  <c:v>18.3</c:v>
                </c:pt>
                <c:pt idx="149">
                  <c:v>17.479999999999986</c:v>
                </c:pt>
                <c:pt idx="150">
                  <c:v>18.920000000000002</c:v>
                </c:pt>
                <c:pt idx="151">
                  <c:v>20.23</c:v>
                </c:pt>
                <c:pt idx="152">
                  <c:v>21.07</c:v>
                </c:pt>
                <c:pt idx="153">
                  <c:v>20.36</c:v>
                </c:pt>
                <c:pt idx="154">
                  <c:v>20.59</c:v>
                </c:pt>
                <c:pt idx="156">
                  <c:v>20.12</c:v>
                </c:pt>
                <c:pt idx="157">
                  <c:v>20.2</c:v>
                </c:pt>
                <c:pt idx="158">
                  <c:v>19.84</c:v>
                </c:pt>
                <c:pt idx="159">
                  <c:v>19.979999999999986</c:v>
                </c:pt>
                <c:pt idx="160">
                  <c:v>22.19</c:v>
                </c:pt>
                <c:pt idx="161">
                  <c:v>22.54</c:v>
                </c:pt>
                <c:pt idx="162">
                  <c:v>22.62</c:v>
                </c:pt>
                <c:pt idx="163">
                  <c:v>22.99</c:v>
                </c:pt>
                <c:pt idx="164">
                  <c:v>23</c:v>
                </c:pt>
                <c:pt idx="165">
                  <c:v>23.79</c:v>
                </c:pt>
                <c:pt idx="166">
                  <c:v>23.79</c:v>
                </c:pt>
                <c:pt idx="167">
                  <c:v>26.330000000000005</c:v>
                </c:pt>
                <c:pt idx="168">
                  <c:v>24.77</c:v>
                </c:pt>
                <c:pt idx="169">
                  <c:v>21.86</c:v>
                </c:pt>
                <c:pt idx="170">
                  <c:v>21.05</c:v>
                </c:pt>
                <c:pt idx="171">
                  <c:v>20.010000000000005</c:v>
                </c:pt>
                <c:pt idx="172">
                  <c:v>19.39</c:v>
                </c:pt>
                <c:pt idx="173">
                  <c:v>20.650000000000031</c:v>
                </c:pt>
                <c:pt idx="174">
                  <c:v>20.37</c:v>
                </c:pt>
                <c:pt idx="175">
                  <c:v>21.08</c:v>
                </c:pt>
                <c:pt idx="176">
                  <c:v>22.56</c:v>
                </c:pt>
                <c:pt idx="177">
                  <c:v>23.88</c:v>
                </c:pt>
                <c:pt idx="178">
                  <c:v>23.73</c:v>
                </c:pt>
                <c:pt idx="179">
                  <c:v>24.04</c:v>
                </c:pt>
                <c:pt idx="180">
                  <c:v>24.259999999999987</c:v>
                </c:pt>
                <c:pt idx="181">
                  <c:v>25.12</c:v>
                </c:pt>
                <c:pt idx="182">
                  <c:v>24.939999999999987</c:v>
                </c:pt>
                <c:pt idx="183">
                  <c:v>25.19</c:v>
                </c:pt>
                <c:pt idx="184">
                  <c:v>24.06</c:v>
                </c:pt>
                <c:pt idx="185">
                  <c:v>22.67</c:v>
                </c:pt>
                <c:pt idx="186">
                  <c:v>22.84</c:v>
                </c:pt>
                <c:pt idx="187">
                  <c:v>22.779999999999987</c:v>
                </c:pt>
                <c:pt idx="188">
                  <c:v>20.55</c:v>
                </c:pt>
                <c:pt idx="189">
                  <c:v>22.79</c:v>
                </c:pt>
                <c:pt idx="190">
                  <c:v>23.4</c:v>
                </c:pt>
                <c:pt idx="191">
                  <c:v>24.77</c:v>
                </c:pt>
                <c:pt idx="193">
                  <c:v>27.25</c:v>
                </c:pt>
                <c:pt idx="194">
                  <c:v>26.279999999999987</c:v>
                </c:pt>
                <c:pt idx="195">
                  <c:v>27.23</c:v>
                </c:pt>
                <c:pt idx="196">
                  <c:v>24.02</c:v>
                </c:pt>
                <c:pt idx="197">
                  <c:v>23.79</c:v>
                </c:pt>
                <c:pt idx="198">
                  <c:v>26</c:v>
                </c:pt>
                <c:pt idx="199">
                  <c:v>24.49</c:v>
                </c:pt>
                <c:pt idx="200">
                  <c:v>24.51</c:v>
                </c:pt>
                <c:pt idx="201">
                  <c:v>22.77</c:v>
                </c:pt>
                <c:pt idx="202">
                  <c:v>22.459999999999987</c:v>
                </c:pt>
                <c:pt idx="203">
                  <c:v>23.7</c:v>
                </c:pt>
                <c:pt idx="204">
                  <c:v>24.150000000000031</c:v>
                </c:pt>
                <c:pt idx="205">
                  <c:v>23.21</c:v>
                </c:pt>
                <c:pt idx="206">
                  <c:v>19.559999999999999</c:v>
                </c:pt>
                <c:pt idx="207">
                  <c:v>17.260000000000002</c:v>
                </c:pt>
                <c:pt idx="208">
                  <c:v>15.73</c:v>
                </c:pt>
                <c:pt idx="209">
                  <c:v>15.82</c:v>
                </c:pt>
                <c:pt idx="210">
                  <c:v>17.21</c:v>
                </c:pt>
                <c:pt idx="211">
                  <c:v>17.64</c:v>
                </c:pt>
                <c:pt idx="212">
                  <c:v>18.489999999999903</c:v>
                </c:pt>
                <c:pt idx="213">
                  <c:v>20.22</c:v>
                </c:pt>
                <c:pt idx="214">
                  <c:v>18.64</c:v>
                </c:pt>
                <c:pt idx="215">
                  <c:v>20.130000000000031</c:v>
                </c:pt>
                <c:pt idx="216">
                  <c:v>19.23</c:v>
                </c:pt>
                <c:pt idx="217">
                  <c:v>18.850000000000001</c:v>
                </c:pt>
                <c:pt idx="218">
                  <c:v>17.89</c:v>
                </c:pt>
                <c:pt idx="219">
                  <c:v>18.8</c:v>
                </c:pt>
                <c:pt idx="220">
                  <c:v>16.899999999999999</c:v>
                </c:pt>
                <c:pt idx="221">
                  <c:v>15.5</c:v>
                </c:pt>
                <c:pt idx="222">
                  <c:v>15.75</c:v>
                </c:pt>
                <c:pt idx="223">
                  <c:v>15.26</c:v>
                </c:pt>
                <c:pt idx="224">
                  <c:v>15.69</c:v>
                </c:pt>
                <c:pt idx="225">
                  <c:v>16.489999999999903</c:v>
                </c:pt>
                <c:pt idx="226">
                  <c:v>16.12</c:v>
                </c:pt>
                <c:pt idx="227">
                  <c:v>16.989999999999903</c:v>
                </c:pt>
                <c:pt idx="228">
                  <c:v>17.760000000000002</c:v>
                </c:pt>
                <c:pt idx="229">
                  <c:v>18.21</c:v>
                </c:pt>
                <c:pt idx="230">
                  <c:v>18.86</c:v>
                </c:pt>
                <c:pt idx="231">
                  <c:v>18.12</c:v>
                </c:pt>
                <c:pt idx="232">
                  <c:v>18.239999999999988</c:v>
                </c:pt>
                <c:pt idx="233">
                  <c:v>20.16</c:v>
                </c:pt>
                <c:pt idx="234">
                  <c:v>19.38</c:v>
                </c:pt>
                <c:pt idx="235">
                  <c:v>18.979999999999986</c:v>
                </c:pt>
                <c:pt idx="236">
                  <c:v>18.939999999999987</c:v>
                </c:pt>
                <c:pt idx="237">
                  <c:v>18.8</c:v>
                </c:pt>
                <c:pt idx="238">
                  <c:v>17.989999999999903</c:v>
                </c:pt>
                <c:pt idx="239">
                  <c:v>18.479999999999986</c:v>
                </c:pt>
                <c:pt idx="240">
                  <c:v>18.420000000000002</c:v>
                </c:pt>
                <c:pt idx="241">
                  <c:v>19.329999999999988</c:v>
                </c:pt>
                <c:pt idx="242">
                  <c:v>19.649999999999999</c:v>
                </c:pt>
                <c:pt idx="243">
                  <c:v>19.43</c:v>
                </c:pt>
                <c:pt idx="244">
                  <c:v>20.190000000000001</c:v>
                </c:pt>
                <c:pt idx="245">
                  <c:v>20.979999999999986</c:v>
                </c:pt>
                <c:pt idx="246">
                  <c:v>21.62</c:v>
                </c:pt>
                <c:pt idx="247">
                  <c:v>21</c:v>
                </c:pt>
                <c:pt idx="248">
                  <c:v>17.16</c:v>
                </c:pt>
                <c:pt idx="249">
                  <c:v>16.29</c:v>
                </c:pt>
                <c:pt idx="250">
                  <c:v>15.9</c:v>
                </c:pt>
                <c:pt idx="251">
                  <c:v>14.83</c:v>
                </c:pt>
                <c:pt idx="252">
                  <c:v>14.22</c:v>
                </c:pt>
                <c:pt idx="253">
                  <c:v>13.74</c:v>
                </c:pt>
                <c:pt idx="254">
                  <c:v>13.49</c:v>
                </c:pt>
                <c:pt idx="255">
                  <c:v>12.81</c:v>
                </c:pt>
                <c:pt idx="256">
                  <c:v>12.06</c:v>
                </c:pt>
                <c:pt idx="257">
                  <c:v>12.99</c:v>
                </c:pt>
                <c:pt idx="258">
                  <c:v>13.52</c:v>
                </c:pt>
                <c:pt idx="259">
                  <c:v>12.5</c:v>
                </c:pt>
                <c:pt idx="260">
                  <c:v>13.13</c:v>
                </c:pt>
                <c:pt idx="261">
                  <c:v>14.23</c:v>
                </c:pt>
                <c:pt idx="262">
                  <c:v>14.3</c:v>
                </c:pt>
                <c:pt idx="263">
                  <c:v>14.99</c:v>
                </c:pt>
                <c:pt idx="264">
                  <c:v>13.28</c:v>
                </c:pt>
                <c:pt idx="265">
                  <c:v>13.17</c:v>
                </c:pt>
                <c:pt idx="266">
                  <c:v>13.68</c:v>
                </c:pt>
                <c:pt idx="267">
                  <c:v>14.48</c:v>
                </c:pt>
                <c:pt idx="268">
                  <c:v>15.4</c:v>
                </c:pt>
                <c:pt idx="269">
                  <c:v>15.24</c:v>
                </c:pt>
                <c:pt idx="270">
                  <c:v>15.68</c:v>
                </c:pt>
                <c:pt idx="271">
                  <c:v>17.91</c:v>
                </c:pt>
                <c:pt idx="272">
                  <c:v>19.010000000000005</c:v>
                </c:pt>
                <c:pt idx="273">
                  <c:v>19.850000000000001</c:v>
                </c:pt>
                <c:pt idx="274">
                  <c:v>20.53</c:v>
                </c:pt>
                <c:pt idx="275">
                  <c:v>22.99</c:v>
                </c:pt>
                <c:pt idx="276">
                  <c:v>22.22</c:v>
                </c:pt>
                <c:pt idx="277">
                  <c:v>20.85</c:v>
                </c:pt>
                <c:pt idx="278">
                  <c:v>22.1</c:v>
                </c:pt>
                <c:pt idx="279">
                  <c:v>22.6</c:v>
                </c:pt>
                <c:pt idx="280">
                  <c:v>22.39</c:v>
                </c:pt>
                <c:pt idx="281">
                  <c:v>23.36</c:v>
                </c:pt>
                <c:pt idx="282">
                  <c:v>22.279999999999987</c:v>
                </c:pt>
                <c:pt idx="283">
                  <c:v>21.47</c:v>
                </c:pt>
                <c:pt idx="284">
                  <c:v>21.279999999999987</c:v>
                </c:pt>
                <c:pt idx="285">
                  <c:v>20.9</c:v>
                </c:pt>
                <c:pt idx="286">
                  <c:v>21.259999999999987</c:v>
                </c:pt>
                <c:pt idx="287">
                  <c:v>22.150000000000031</c:v>
                </c:pt>
                <c:pt idx="288">
                  <c:v>22.150000000000031</c:v>
                </c:pt>
                <c:pt idx="289">
                  <c:v>22.08</c:v>
                </c:pt>
                <c:pt idx="290">
                  <c:v>22.9</c:v>
                </c:pt>
                <c:pt idx="291">
                  <c:v>22.6</c:v>
                </c:pt>
                <c:pt idx="292">
                  <c:v>22.49</c:v>
                </c:pt>
                <c:pt idx="293">
                  <c:v>22.04</c:v>
                </c:pt>
                <c:pt idx="294">
                  <c:v>22.84</c:v>
                </c:pt>
                <c:pt idx="295">
                  <c:v>23.87</c:v>
                </c:pt>
                <c:pt idx="296">
                  <c:v>23.56</c:v>
                </c:pt>
                <c:pt idx="297">
                  <c:v>23.45</c:v>
                </c:pt>
                <c:pt idx="298">
                  <c:v>24.479999999999986</c:v>
                </c:pt>
                <c:pt idx="299">
                  <c:v>24.459999999999987</c:v>
                </c:pt>
                <c:pt idx="300">
                  <c:v>25.45</c:v>
                </c:pt>
                <c:pt idx="301">
                  <c:v>25.53</c:v>
                </c:pt>
                <c:pt idx="302">
                  <c:v>24.8</c:v>
                </c:pt>
                <c:pt idx="303">
                  <c:v>23.99</c:v>
                </c:pt>
                <c:pt idx="304">
                  <c:v>22.810000000000031</c:v>
                </c:pt>
                <c:pt idx="305">
                  <c:v>21.68</c:v>
                </c:pt>
                <c:pt idx="306">
                  <c:v>20.420000000000002</c:v>
                </c:pt>
                <c:pt idx="307">
                  <c:v>18.87</c:v>
                </c:pt>
                <c:pt idx="308">
                  <c:v>19.12</c:v>
                </c:pt>
                <c:pt idx="309">
                  <c:v>19.79</c:v>
                </c:pt>
                <c:pt idx="310">
                  <c:v>20.27</c:v>
                </c:pt>
                <c:pt idx="311">
                  <c:v>20.59</c:v>
                </c:pt>
                <c:pt idx="312">
                  <c:v>23.37</c:v>
                </c:pt>
                <c:pt idx="313">
                  <c:v>25.85</c:v>
                </c:pt>
                <c:pt idx="314">
                  <c:v>26.29</c:v>
                </c:pt>
                <c:pt idx="315">
                  <c:v>27.09</c:v>
                </c:pt>
                <c:pt idx="316">
                  <c:v>28.56</c:v>
                </c:pt>
                <c:pt idx="317">
                  <c:v>28.62</c:v>
                </c:pt>
                <c:pt idx="318">
                  <c:v>27.330000000000005</c:v>
                </c:pt>
                <c:pt idx="319">
                  <c:v>27.259999999999987</c:v>
                </c:pt>
                <c:pt idx="320">
                  <c:v>28.04</c:v>
                </c:pt>
                <c:pt idx="321">
                  <c:v>26.959999999999987</c:v>
                </c:pt>
                <c:pt idx="322">
                  <c:v>27.86</c:v>
                </c:pt>
                <c:pt idx="323">
                  <c:v>26.979999999999986</c:v>
                </c:pt>
                <c:pt idx="324">
                  <c:v>26.7</c:v>
                </c:pt>
                <c:pt idx="325">
                  <c:v>22.459999999999987</c:v>
                </c:pt>
                <c:pt idx="326">
                  <c:v>21</c:v>
                </c:pt>
                <c:pt idx="327">
                  <c:v>21.3</c:v>
                </c:pt>
                <c:pt idx="328">
                  <c:v>19.809999999999999</c:v>
                </c:pt>
                <c:pt idx="329">
                  <c:v>20.260000000000002</c:v>
                </c:pt>
                <c:pt idx="330">
                  <c:v>20.88</c:v>
                </c:pt>
                <c:pt idx="331">
                  <c:v>20.09</c:v>
                </c:pt>
                <c:pt idx="332">
                  <c:v>21.14</c:v>
                </c:pt>
                <c:pt idx="333">
                  <c:v>21.93</c:v>
                </c:pt>
                <c:pt idx="334">
                  <c:v>22.2</c:v>
                </c:pt>
                <c:pt idx="335">
                  <c:v>21.95</c:v>
                </c:pt>
                <c:pt idx="336">
                  <c:v>23.09</c:v>
                </c:pt>
                <c:pt idx="337">
                  <c:v>23.939999999999987</c:v>
                </c:pt>
                <c:pt idx="338">
                  <c:v>22.830000000000005</c:v>
                </c:pt>
                <c:pt idx="339">
                  <c:v>23.310000000000031</c:v>
                </c:pt>
                <c:pt idx="340">
                  <c:v>24.47</c:v>
                </c:pt>
                <c:pt idx="341">
                  <c:v>25.259999999999987</c:v>
                </c:pt>
                <c:pt idx="342">
                  <c:v>25.59</c:v>
                </c:pt>
                <c:pt idx="343">
                  <c:v>25.03</c:v>
                </c:pt>
                <c:pt idx="344">
                  <c:v>24.630000000000031</c:v>
                </c:pt>
                <c:pt idx="345">
                  <c:v>26.27</c:v>
                </c:pt>
                <c:pt idx="346">
                  <c:v>25.86</c:v>
                </c:pt>
                <c:pt idx="347">
                  <c:v>25.58</c:v>
                </c:pt>
                <c:pt idx="348">
                  <c:v>25.85</c:v>
                </c:pt>
                <c:pt idx="349">
                  <c:v>23.85</c:v>
                </c:pt>
                <c:pt idx="350">
                  <c:v>22.58</c:v>
                </c:pt>
                <c:pt idx="351">
                  <c:v>21.25</c:v>
                </c:pt>
                <c:pt idx="352">
                  <c:v>21.45</c:v>
                </c:pt>
                <c:pt idx="353">
                  <c:v>23.12</c:v>
                </c:pt>
                <c:pt idx="354">
                  <c:v>24.150000000000031</c:v>
                </c:pt>
                <c:pt idx="355">
                  <c:v>25.64</c:v>
                </c:pt>
                <c:pt idx="356">
                  <c:v>24.110000000000031</c:v>
                </c:pt>
                <c:pt idx="357">
                  <c:v>23.37</c:v>
                </c:pt>
                <c:pt idx="358">
                  <c:v>23.21</c:v>
                </c:pt>
                <c:pt idx="359">
                  <c:v>24.259999999999987</c:v>
                </c:pt>
                <c:pt idx="360">
                  <c:v>25.52</c:v>
                </c:pt>
                <c:pt idx="361">
                  <c:v>23.85</c:v>
                </c:pt>
                <c:pt idx="362">
                  <c:v>23.71</c:v>
                </c:pt>
                <c:pt idx="363">
                  <c:v>24.52</c:v>
                </c:pt>
                <c:pt idx="364">
                  <c:v>25.17</c:v>
                </c:pt>
                <c:pt idx="365">
                  <c:v>24.630000000000031</c:v>
                </c:pt>
                <c:pt idx="366">
                  <c:v>24.37</c:v>
                </c:pt>
                <c:pt idx="367">
                  <c:v>25.56</c:v>
                </c:pt>
                <c:pt idx="368">
                  <c:v>25.959999999999987</c:v>
                </c:pt>
                <c:pt idx="369">
                  <c:v>26.18</c:v>
                </c:pt>
                <c:pt idx="370">
                  <c:v>25.09</c:v>
                </c:pt>
                <c:pt idx="371">
                  <c:v>24.39</c:v>
                </c:pt>
                <c:pt idx="372">
                  <c:v>23.959999999999987</c:v>
                </c:pt>
                <c:pt idx="373">
                  <c:v>24.99</c:v>
                </c:pt>
                <c:pt idx="374">
                  <c:v>25.6</c:v>
                </c:pt>
                <c:pt idx="375">
                  <c:v>26.630000000000031</c:v>
                </c:pt>
                <c:pt idx="376">
                  <c:v>27.23</c:v>
                </c:pt>
                <c:pt idx="377">
                  <c:v>27.53</c:v>
                </c:pt>
                <c:pt idx="378">
                  <c:v>27.51</c:v>
                </c:pt>
                <c:pt idx="379">
                  <c:v>26.6</c:v>
                </c:pt>
                <c:pt idx="380">
                  <c:v>26.439999999999987</c:v>
                </c:pt>
                <c:pt idx="381">
                  <c:v>27.91</c:v>
                </c:pt>
                <c:pt idx="382">
                  <c:v>27.979999999999986</c:v>
                </c:pt>
                <c:pt idx="383">
                  <c:v>28.459999999999987</c:v>
                </c:pt>
                <c:pt idx="384">
                  <c:v>29.97</c:v>
                </c:pt>
                <c:pt idx="385">
                  <c:v>31.64</c:v>
                </c:pt>
                <c:pt idx="386">
                  <c:v>32.700000000000003</c:v>
                </c:pt>
                <c:pt idx="387">
                  <c:v>32.47</c:v>
                </c:pt>
                <c:pt idx="388">
                  <c:v>31.55</c:v>
                </c:pt>
                <c:pt idx="389">
                  <c:v>29.32</c:v>
                </c:pt>
                <c:pt idx="390">
                  <c:v>28.84</c:v>
                </c:pt>
                <c:pt idx="391">
                  <c:v>29.17</c:v>
                </c:pt>
                <c:pt idx="392">
                  <c:v>28.25</c:v>
                </c:pt>
                <c:pt idx="393">
                  <c:v>30.04</c:v>
                </c:pt>
                <c:pt idx="394">
                  <c:v>30.07</c:v>
                </c:pt>
                <c:pt idx="395">
                  <c:v>30.58</c:v>
                </c:pt>
                <c:pt idx="396">
                  <c:v>31.6</c:v>
                </c:pt>
                <c:pt idx="397">
                  <c:v>32.67</c:v>
                </c:pt>
                <c:pt idx="398">
                  <c:v>32.590000000000003</c:v>
                </c:pt>
                <c:pt idx="399">
                  <c:v>33.760000000000012</c:v>
                </c:pt>
                <c:pt idx="400">
                  <c:v>32.61</c:v>
                </c:pt>
                <c:pt idx="401">
                  <c:v>30.97</c:v>
                </c:pt>
                <c:pt idx="402">
                  <c:v>31.32</c:v>
                </c:pt>
                <c:pt idx="403">
                  <c:v>31.959999999999987</c:v>
                </c:pt>
                <c:pt idx="404">
                  <c:v>34.51</c:v>
                </c:pt>
                <c:pt idx="405">
                  <c:v>35.92</c:v>
                </c:pt>
                <c:pt idx="406">
                  <c:v>37.36</c:v>
                </c:pt>
                <c:pt idx="407">
                  <c:v>39.380000000000003</c:v>
                </c:pt>
                <c:pt idx="408">
                  <c:v>40.020000000000003</c:v>
                </c:pt>
                <c:pt idx="409">
                  <c:v>40.17</c:v>
                </c:pt>
                <c:pt idx="410">
                  <c:v>35.870000000000005</c:v>
                </c:pt>
                <c:pt idx="411">
                  <c:v>32.290000000000013</c:v>
                </c:pt>
                <c:pt idx="412">
                  <c:v>28.959999999999987</c:v>
                </c:pt>
                <c:pt idx="413">
                  <c:v>30.34</c:v>
                </c:pt>
                <c:pt idx="414">
                  <c:v>28.85</c:v>
                </c:pt>
                <c:pt idx="415">
                  <c:v>24.62</c:v>
                </c:pt>
                <c:pt idx="416">
                  <c:v>26.12</c:v>
                </c:pt>
                <c:pt idx="417">
                  <c:v>28.97</c:v>
                </c:pt>
                <c:pt idx="418">
                  <c:v>26.16</c:v>
                </c:pt>
                <c:pt idx="419">
                  <c:v>28.310000000000031</c:v>
                </c:pt>
                <c:pt idx="420">
                  <c:v>30.02</c:v>
                </c:pt>
                <c:pt idx="421">
                  <c:v>30.04</c:v>
                </c:pt>
                <c:pt idx="422">
                  <c:v>31.21</c:v>
                </c:pt>
                <c:pt idx="423">
                  <c:v>30.18</c:v>
                </c:pt>
                <c:pt idx="424">
                  <c:v>29.29</c:v>
                </c:pt>
                <c:pt idx="425">
                  <c:v>30.74</c:v>
                </c:pt>
                <c:pt idx="426">
                  <c:v>33.190000000000012</c:v>
                </c:pt>
                <c:pt idx="427">
                  <c:v>34.910000000000004</c:v>
                </c:pt>
                <c:pt idx="428">
                  <c:v>36.44</c:v>
                </c:pt>
                <c:pt idx="429">
                  <c:v>37.32</c:v>
                </c:pt>
                <c:pt idx="430">
                  <c:v>37.36</c:v>
                </c:pt>
                <c:pt idx="431">
                  <c:v>36.520000000000003</c:v>
                </c:pt>
                <c:pt idx="432">
                  <c:v>40.04</c:v>
                </c:pt>
                <c:pt idx="433">
                  <c:v>37.260000000000012</c:v>
                </c:pt>
                <c:pt idx="434">
                  <c:v>37.25</c:v>
                </c:pt>
                <c:pt idx="435">
                  <c:v>39.18</c:v>
                </c:pt>
                <c:pt idx="436">
                  <c:v>38.49</c:v>
                </c:pt>
                <c:pt idx="437">
                  <c:v>40.01</c:v>
                </c:pt>
                <c:pt idx="438">
                  <c:v>37.410000000000004</c:v>
                </c:pt>
                <c:pt idx="439">
                  <c:v>38.480000000000004</c:v>
                </c:pt>
                <c:pt idx="440">
                  <c:v>40.24</c:v>
                </c:pt>
                <c:pt idx="441">
                  <c:v>41.11</c:v>
                </c:pt>
                <c:pt idx="442">
                  <c:v>42.25</c:v>
                </c:pt>
                <c:pt idx="443">
                  <c:v>44.81</c:v>
                </c:pt>
                <c:pt idx="444">
                  <c:v>44.03</c:v>
                </c:pt>
                <c:pt idx="445">
                  <c:v>45.33</c:v>
                </c:pt>
                <c:pt idx="446">
                  <c:v>45.13</c:v>
                </c:pt>
                <c:pt idx="447">
                  <c:v>42.85</c:v>
                </c:pt>
                <c:pt idx="448">
                  <c:v>43.7</c:v>
                </c:pt>
                <c:pt idx="449">
                  <c:v>45.51</c:v>
                </c:pt>
                <c:pt idx="450">
                  <c:v>48.01</c:v>
                </c:pt>
                <c:pt idx="451">
                  <c:v>48.09</c:v>
                </c:pt>
                <c:pt idx="452">
                  <c:v>48.71</c:v>
                </c:pt>
                <c:pt idx="453">
                  <c:v>50.77</c:v>
                </c:pt>
                <c:pt idx="454">
                  <c:v>50.06</c:v>
                </c:pt>
                <c:pt idx="455">
                  <c:v>48.67</c:v>
                </c:pt>
                <c:pt idx="456">
                  <c:v>50.86</c:v>
                </c:pt>
                <c:pt idx="457">
                  <c:v>51.08</c:v>
                </c:pt>
                <c:pt idx="458">
                  <c:v>48.5</c:v>
                </c:pt>
                <c:pt idx="459">
                  <c:v>46.84</c:v>
                </c:pt>
                <c:pt idx="460">
                  <c:v>46.4</c:v>
                </c:pt>
                <c:pt idx="461">
                  <c:v>45.46</c:v>
                </c:pt>
                <c:pt idx="462">
                  <c:v>45.39</c:v>
                </c:pt>
                <c:pt idx="463">
                  <c:v>41.63</c:v>
                </c:pt>
                <c:pt idx="464">
                  <c:v>39.730000000000011</c:v>
                </c:pt>
                <c:pt idx="465">
                  <c:v>40.11</c:v>
                </c:pt>
                <c:pt idx="466">
                  <c:v>40.01</c:v>
                </c:pt>
                <c:pt idx="467">
                  <c:v>41.84</c:v>
                </c:pt>
                <c:pt idx="468">
                  <c:v>43.07</c:v>
                </c:pt>
                <c:pt idx="469">
                  <c:v>41.65</c:v>
                </c:pt>
                <c:pt idx="470">
                  <c:v>42.93</c:v>
                </c:pt>
                <c:pt idx="471">
                  <c:v>45.99</c:v>
                </c:pt>
                <c:pt idx="472">
                  <c:v>46.43</c:v>
                </c:pt>
                <c:pt idx="473">
                  <c:v>47.86</c:v>
                </c:pt>
                <c:pt idx="474">
                  <c:v>49.260000000000012</c:v>
                </c:pt>
                <c:pt idx="475">
                  <c:v>49.71</c:v>
                </c:pt>
                <c:pt idx="476">
                  <c:v>47.92</c:v>
                </c:pt>
                <c:pt idx="477">
                  <c:v>44.05</c:v>
                </c:pt>
                <c:pt idx="478">
                  <c:v>44.56</c:v>
                </c:pt>
                <c:pt idx="479">
                  <c:v>46.82</c:v>
                </c:pt>
                <c:pt idx="480">
                  <c:v>47.36</c:v>
                </c:pt>
                <c:pt idx="481">
                  <c:v>47.95</c:v>
                </c:pt>
                <c:pt idx="482">
                  <c:v>48.95</c:v>
                </c:pt>
                <c:pt idx="483">
                  <c:v>51.65</c:v>
                </c:pt>
                <c:pt idx="484">
                  <c:v>52.64</c:v>
                </c:pt>
                <c:pt idx="485">
                  <c:v>54.4</c:v>
                </c:pt>
                <c:pt idx="486">
                  <c:v>56.88</c:v>
                </c:pt>
                <c:pt idx="487">
                  <c:v>56.85</c:v>
                </c:pt>
                <c:pt idx="488">
                  <c:v>57.64</c:v>
                </c:pt>
                <c:pt idx="489">
                  <c:v>55.71</c:v>
                </c:pt>
                <c:pt idx="490">
                  <c:v>53.97</c:v>
                </c:pt>
                <c:pt idx="491">
                  <c:v>54.13</c:v>
                </c:pt>
                <c:pt idx="492">
                  <c:v>54.760000000000012</c:v>
                </c:pt>
                <c:pt idx="493">
                  <c:v>54.45</c:v>
                </c:pt>
                <c:pt idx="494">
                  <c:v>52.67</c:v>
                </c:pt>
                <c:pt idx="495">
                  <c:v>51.6</c:v>
                </c:pt>
                <c:pt idx="496">
                  <c:v>54.48</c:v>
                </c:pt>
                <c:pt idx="497">
                  <c:v>57.160000000000011</c:v>
                </c:pt>
                <c:pt idx="498">
                  <c:v>58.44</c:v>
                </c:pt>
                <c:pt idx="499">
                  <c:v>58.690000000000012</c:v>
                </c:pt>
                <c:pt idx="500">
                  <c:v>57.45</c:v>
                </c:pt>
                <c:pt idx="501">
                  <c:v>60.17</c:v>
                </c:pt>
                <c:pt idx="502">
                  <c:v>61.7</c:v>
                </c:pt>
                <c:pt idx="503">
                  <c:v>58.35</c:v>
                </c:pt>
                <c:pt idx="504">
                  <c:v>57.63</c:v>
                </c:pt>
                <c:pt idx="505">
                  <c:v>56.05</c:v>
                </c:pt>
                <c:pt idx="506">
                  <c:v>54.120000000000012</c:v>
                </c:pt>
                <c:pt idx="507">
                  <c:v>50.61</c:v>
                </c:pt>
                <c:pt idx="508">
                  <c:v>47.99</c:v>
                </c:pt>
                <c:pt idx="509">
                  <c:v>47.14</c:v>
                </c:pt>
                <c:pt idx="510">
                  <c:v>46.89</c:v>
                </c:pt>
                <c:pt idx="511">
                  <c:v>46.3</c:v>
                </c:pt>
                <c:pt idx="512">
                  <c:v>46.660000000000011</c:v>
                </c:pt>
                <c:pt idx="513">
                  <c:v>46.06</c:v>
                </c:pt>
                <c:pt idx="514">
                  <c:v>46.03</c:v>
                </c:pt>
                <c:pt idx="515">
                  <c:v>47.06</c:v>
                </c:pt>
                <c:pt idx="516">
                  <c:v>45.89</c:v>
                </c:pt>
                <c:pt idx="517">
                  <c:v>44.790000000000013</c:v>
                </c:pt>
                <c:pt idx="518">
                  <c:v>48.24</c:v>
                </c:pt>
                <c:pt idx="519">
                  <c:v>48.9</c:v>
                </c:pt>
                <c:pt idx="520">
                  <c:v>47.8</c:v>
                </c:pt>
                <c:pt idx="521">
                  <c:v>48</c:v>
                </c:pt>
                <c:pt idx="522">
                  <c:v>46.98</c:v>
                </c:pt>
                <c:pt idx="523">
                  <c:v>44.17</c:v>
                </c:pt>
                <c:pt idx="524">
                  <c:v>41.87</c:v>
                </c:pt>
                <c:pt idx="525">
                  <c:v>39.300000000000004</c:v>
                </c:pt>
                <c:pt idx="526">
                  <c:v>40.75</c:v>
                </c:pt>
                <c:pt idx="527">
                  <c:v>43.89</c:v>
                </c:pt>
                <c:pt idx="528">
                  <c:v>46.32</c:v>
                </c:pt>
                <c:pt idx="529">
                  <c:v>45.59</c:v>
                </c:pt>
                <c:pt idx="530">
                  <c:v>46.04</c:v>
                </c:pt>
                <c:pt idx="531">
                  <c:v>47.94</c:v>
                </c:pt>
                <c:pt idx="532">
                  <c:v>47.790000000000013</c:v>
                </c:pt>
                <c:pt idx="533">
                  <c:v>46.690000000000012</c:v>
                </c:pt>
                <c:pt idx="534">
                  <c:v>46.660000000000011</c:v>
                </c:pt>
                <c:pt idx="535">
                  <c:v>50.86</c:v>
                </c:pt>
                <c:pt idx="536">
                  <c:v>53</c:v>
                </c:pt>
                <c:pt idx="537">
                  <c:v>52.18</c:v>
                </c:pt>
                <c:pt idx="538">
                  <c:v>51.87</c:v>
                </c:pt>
                <c:pt idx="539">
                  <c:v>53.25</c:v>
                </c:pt>
                <c:pt idx="540">
                  <c:v>54.25</c:v>
                </c:pt>
                <c:pt idx="541">
                  <c:v>52.160000000000011</c:v>
                </c:pt>
                <c:pt idx="542">
                  <c:v>53.85</c:v>
                </c:pt>
                <c:pt idx="543">
                  <c:v>56.03</c:v>
                </c:pt>
                <c:pt idx="544">
                  <c:v>55.61</c:v>
                </c:pt>
                <c:pt idx="545">
                  <c:v>57.760000000000012</c:v>
                </c:pt>
                <c:pt idx="546">
                  <c:v>57.84</c:v>
                </c:pt>
                <c:pt idx="547">
                  <c:v>60.120000000000012</c:v>
                </c:pt>
                <c:pt idx="548">
                  <c:v>59.52</c:v>
                </c:pt>
                <c:pt idx="549">
                  <c:v>60.92</c:v>
                </c:pt>
                <c:pt idx="550">
                  <c:v>62.39</c:v>
                </c:pt>
                <c:pt idx="551">
                  <c:v>64.06</c:v>
                </c:pt>
                <c:pt idx="552">
                  <c:v>64.489999999999995</c:v>
                </c:pt>
                <c:pt idx="553">
                  <c:v>65.790000000000006</c:v>
                </c:pt>
                <c:pt idx="554">
                  <c:v>61.92</c:v>
                </c:pt>
                <c:pt idx="555">
                  <c:v>59.89</c:v>
                </c:pt>
                <c:pt idx="556">
                  <c:v>58.2</c:v>
                </c:pt>
                <c:pt idx="557">
                  <c:v>59.95</c:v>
                </c:pt>
                <c:pt idx="558">
                  <c:v>61.9</c:v>
                </c:pt>
                <c:pt idx="559">
                  <c:v>63.85</c:v>
                </c:pt>
                <c:pt idx="560">
                  <c:v>66.03</c:v>
                </c:pt>
                <c:pt idx="561">
                  <c:v>66.599999999999994</c:v>
                </c:pt>
                <c:pt idx="562">
                  <c:v>66.410000000000025</c:v>
                </c:pt>
                <c:pt idx="563">
                  <c:v>66.98</c:v>
                </c:pt>
                <c:pt idx="564">
                  <c:v>71.72</c:v>
                </c:pt>
                <c:pt idx="565">
                  <c:v>72.040000000000006</c:v>
                </c:pt>
                <c:pt idx="566">
                  <c:v>76.430000000000007</c:v>
                </c:pt>
                <c:pt idx="567">
                  <c:v>80.05</c:v>
                </c:pt>
                <c:pt idx="568">
                  <c:v>79.010000000000005</c:v>
                </c:pt>
                <c:pt idx="569">
                  <c:v>81.319999999999993</c:v>
                </c:pt>
                <c:pt idx="570">
                  <c:v>78.260000000000005</c:v>
                </c:pt>
                <c:pt idx="571">
                  <c:v>75.19</c:v>
                </c:pt>
                <c:pt idx="572">
                  <c:v>76.290000000000006</c:v>
                </c:pt>
                <c:pt idx="573">
                  <c:v>77.03</c:v>
                </c:pt>
                <c:pt idx="574">
                  <c:v>80.169999999999987</c:v>
                </c:pt>
                <c:pt idx="575">
                  <c:v>82.78</c:v>
                </c:pt>
                <c:pt idx="576">
                  <c:v>81.290000000000006</c:v>
                </c:pt>
                <c:pt idx="577">
                  <c:v>77.61</c:v>
                </c:pt>
                <c:pt idx="578">
                  <c:v>74.410000000000025</c:v>
                </c:pt>
                <c:pt idx="579">
                  <c:v>77.14</c:v>
                </c:pt>
                <c:pt idx="580">
                  <c:v>73.410000000000025</c:v>
                </c:pt>
                <c:pt idx="581">
                  <c:v>77.900000000000006</c:v>
                </c:pt>
                <c:pt idx="582">
                  <c:v>81.069999999999993</c:v>
                </c:pt>
                <c:pt idx="583">
                  <c:v>82.25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9904640"/>
        <c:axId val="523742016"/>
      </c:lineChart>
      <c:dateAx>
        <c:axId val="409904640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nextTo"/>
        <c:spPr>
          <a:ln w="3175">
            <a:solidFill>
              <a:schemeClr val="tx1"/>
            </a:solidFill>
            <a:prstDash val="solid"/>
          </a:ln>
        </c:spPr>
        <c:txPr>
          <a:bodyPr rot="-5400000" vert="horz"/>
          <a:lstStyle/>
          <a:p>
            <a:pPr>
              <a:defRPr lang="en-US" sz="1200" b="0" i="0" u="none" strike="noStrike" baseline="0">
                <a:solidFill>
                  <a:schemeClr val="tx1"/>
                </a:solidFill>
                <a:latin typeface="Arial" pitchFamily="34" charset="0"/>
                <a:ea typeface="Calibri"/>
                <a:cs typeface="Arial" pitchFamily="34" charset="0"/>
              </a:defRPr>
            </a:pPr>
            <a:endParaRPr lang="es-MX"/>
          </a:p>
        </c:txPr>
        <c:crossAx val="523742016"/>
        <c:crosses val="autoZero"/>
        <c:auto val="1"/>
        <c:lblOffset val="100"/>
        <c:baseTimeUnit val="days"/>
        <c:majorUnit val="12"/>
        <c:majorTimeUnit val="months"/>
        <c:minorUnit val="6"/>
      </c:dateAx>
      <c:valAx>
        <c:axId val="523742016"/>
        <c:scaling>
          <c:orientation val="minMax"/>
        </c:scaling>
        <c:delete val="0"/>
        <c:axPos val="l"/>
        <c:majorGridlines>
          <c:spPr>
            <a:ln w="3175">
              <a:solidFill>
                <a:schemeClr val="tx1"/>
              </a:solidFill>
              <a:prstDash val="solid"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317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lang="en-US" sz="1200" b="0" i="0" u="none" strike="noStrike" baseline="0">
                <a:solidFill>
                  <a:schemeClr val="tx1"/>
                </a:solidFill>
                <a:latin typeface="Arial" pitchFamily="34" charset="0"/>
                <a:ea typeface="Calibri"/>
                <a:cs typeface="Arial" pitchFamily="34" charset="0"/>
              </a:defRPr>
            </a:pPr>
            <a:endParaRPr lang="es-MX"/>
          </a:p>
        </c:txPr>
        <c:crossAx val="409904640"/>
        <c:crosses val="autoZero"/>
        <c:crossBetween val="between"/>
        <c:majorUnit val="20"/>
      </c:valAx>
      <c:spPr>
        <a:noFill/>
        <a:ln w="12700">
          <a:noFill/>
          <a:prstDash val="solid"/>
        </a:ln>
      </c:spPr>
    </c:plotArea>
    <c:legend>
      <c:legendPos val="r"/>
      <c:layout>
        <c:manualLayout>
          <c:xMode val="edge"/>
          <c:yMode val="edge"/>
          <c:x val="0.26537216828479215"/>
          <c:y val="0.92911392405062909"/>
          <c:w val="0.36084142394822138"/>
          <c:h val="5.5696202531645943E-2"/>
        </c:manualLayout>
      </c:layout>
      <c:overlay val="0"/>
      <c:spPr>
        <a:noFill/>
        <a:ln w="25400">
          <a:noFill/>
        </a:ln>
      </c:spPr>
      <c:txPr>
        <a:bodyPr/>
        <a:lstStyle/>
        <a:p>
          <a:pPr>
            <a:defRPr lang="en-US" sz="1200" b="0" i="0" u="none" strike="noStrike" baseline="0">
              <a:solidFill>
                <a:schemeClr val="tx1"/>
              </a:solidFill>
              <a:latin typeface="Arial" pitchFamily="34" charset="0"/>
              <a:ea typeface="Calibri"/>
              <a:cs typeface="Arial" pitchFamily="34" charset="0"/>
            </a:defRPr>
          </a:pPr>
          <a:endParaRPr lang="es-MX"/>
        </a:p>
      </c:txPr>
    </c:legend>
    <c:plotVisOnly val="1"/>
    <c:dispBlanksAs val="gap"/>
    <c:showDLblsOverMax val="0"/>
  </c:chart>
  <c:spPr>
    <a:noFill/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s-MX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buSzPts val="2200"/>
              <a:buFont typeface="Arial" charset="0"/>
              <a:buNone/>
              <a:defRPr sz="12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s-E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buSzPts val="2200"/>
              <a:buFont typeface="Arial" charset="0"/>
              <a:buNone/>
              <a:defRPr sz="12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s-ES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buSzPts val="2200"/>
              <a:buFont typeface="Arial" charset="0"/>
              <a:buNone/>
              <a:defRPr sz="12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s-ES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buSzPts val="2200"/>
              <a:buFont typeface="Arial" charset="0"/>
              <a:buNone/>
              <a:defRPr sz="12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fld id="{65C4C4CB-7BA6-40CF-8DA2-C8C5659ADC04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7737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38" name="Group 2"/>
          <p:cNvGrpSpPr>
            <a:grpSpLocks/>
          </p:cNvGrpSpPr>
          <p:nvPr/>
        </p:nvGrpSpPr>
        <p:grpSpPr bwMode="auto">
          <a:xfrm>
            <a:off x="0" y="0"/>
            <a:ext cx="8478838" cy="6173788"/>
            <a:chOff x="0" y="0"/>
            <a:chExt cx="5341" cy="3889"/>
          </a:xfrm>
        </p:grpSpPr>
        <p:sp>
          <p:nvSpPr>
            <p:cNvPr id="65539" name="Freeform 3"/>
            <p:cNvSpPr>
              <a:spLocks/>
            </p:cNvSpPr>
            <p:nvPr/>
          </p:nvSpPr>
          <p:spPr bwMode="auto">
            <a:xfrm>
              <a:off x="0" y="0"/>
              <a:ext cx="3863" cy="3889"/>
            </a:xfrm>
            <a:custGeom>
              <a:avLst/>
              <a:gdLst/>
              <a:ahLst/>
              <a:cxnLst>
                <a:cxn ang="0">
                  <a:pos x="3862" y="3418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481"/>
                </a:cxn>
                <a:cxn ang="0">
                  <a:pos x="3394" y="3888"/>
                </a:cxn>
                <a:cxn ang="0">
                  <a:pos x="3862" y="3418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MX"/>
            </a:p>
          </p:txBody>
        </p:sp>
        <p:sp>
          <p:nvSpPr>
            <p:cNvPr id="65540" name="Freeform 4"/>
            <p:cNvSpPr>
              <a:spLocks/>
            </p:cNvSpPr>
            <p:nvPr/>
          </p:nvSpPr>
          <p:spPr bwMode="auto">
            <a:xfrm>
              <a:off x="860" y="0"/>
              <a:ext cx="3394" cy="3223"/>
            </a:xfrm>
            <a:custGeom>
              <a:avLst/>
              <a:gdLst/>
              <a:ahLst/>
              <a:cxnLst>
                <a:cxn ang="0">
                  <a:pos x="370" y="0"/>
                </a:cxn>
                <a:cxn ang="0">
                  <a:pos x="3393" y="3036"/>
                </a:cxn>
                <a:cxn ang="0">
                  <a:pos x="3208" y="3222"/>
                </a:cxn>
                <a:cxn ang="0">
                  <a:pos x="0" y="0"/>
                </a:cxn>
                <a:cxn ang="0">
                  <a:pos x="370" y="0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MX"/>
            </a:p>
          </p:txBody>
        </p:sp>
        <p:sp>
          <p:nvSpPr>
            <p:cNvPr id="65541" name="Freeform 5"/>
            <p:cNvSpPr>
              <a:spLocks/>
            </p:cNvSpPr>
            <p:nvPr/>
          </p:nvSpPr>
          <p:spPr bwMode="auto">
            <a:xfrm>
              <a:off x="2187" y="0"/>
              <a:ext cx="2859" cy="2556"/>
            </a:xfrm>
            <a:custGeom>
              <a:avLst/>
              <a:gdLst/>
              <a:ahLst/>
              <a:cxnLst>
                <a:cxn ang="0">
                  <a:pos x="630" y="0"/>
                </a:cxn>
                <a:cxn ang="0">
                  <a:pos x="2858" y="2238"/>
                </a:cxn>
                <a:cxn ang="0">
                  <a:pos x="2543" y="2555"/>
                </a:cxn>
                <a:cxn ang="0">
                  <a:pos x="0" y="0"/>
                </a:cxn>
                <a:cxn ang="0">
                  <a:pos x="630" y="0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MX"/>
            </a:p>
          </p:txBody>
        </p:sp>
        <p:sp>
          <p:nvSpPr>
            <p:cNvPr id="65542" name="Freeform 6"/>
            <p:cNvSpPr>
              <a:spLocks/>
            </p:cNvSpPr>
            <p:nvPr/>
          </p:nvSpPr>
          <p:spPr bwMode="auto">
            <a:xfrm>
              <a:off x="3055" y="0"/>
              <a:ext cx="2286" cy="21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11" y="2120"/>
                </a:cxn>
                <a:cxn ang="0">
                  <a:pos x="2285" y="1945"/>
                </a:cxn>
                <a:cxn ang="0">
                  <a:pos x="348" y="0"/>
                </a:cxn>
                <a:cxn ang="0">
                  <a:pos x="0" y="0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65543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143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65544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819400"/>
            <a:ext cx="6400800" cy="1752600"/>
          </a:xfrm>
          <a:ln w="9525">
            <a:headEnd/>
            <a:tailEnd/>
          </a:ln>
        </p:spPr>
        <p:txBody>
          <a:bodyPr lIns="92075" tIns="46038" rIns="92075" bIns="46038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65545" name="Rectangle 9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5546" name="Rectangle 1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5547" name="Rectangle 1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CA26FC7-6D38-4EB7-9A6D-DF99460864BF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E9D431-3AEE-4352-94AB-2078FCBFC3F6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A1D1E0-4809-47AB-BB29-A8766FCDFC46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3B9EDB-B674-4288-A096-76A0E69FFB32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887F57-9054-4B56-B448-40C558B70EFC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DD599F-30BC-4D0B-BD6F-D6E0499D62CA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2DE4FB-997B-4167-BBFF-3C37F46C763C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E251B-B112-4F39-823F-5E6E5237AE98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6752CA-33B2-4810-9FAD-E265735BCC50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0FA0BF-4963-46EA-B51A-CE6A8689223A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FBD1B-44FD-4A50-9CA9-15DF99D425DD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14" name="Group 2"/>
          <p:cNvGrpSpPr>
            <a:grpSpLocks/>
          </p:cNvGrpSpPr>
          <p:nvPr/>
        </p:nvGrpSpPr>
        <p:grpSpPr bwMode="auto">
          <a:xfrm>
            <a:off x="0" y="0"/>
            <a:ext cx="8478838" cy="6173788"/>
            <a:chOff x="0" y="0"/>
            <a:chExt cx="5341" cy="3889"/>
          </a:xfrm>
        </p:grpSpPr>
        <p:sp>
          <p:nvSpPr>
            <p:cNvPr id="64515" name="Freeform 3"/>
            <p:cNvSpPr>
              <a:spLocks/>
            </p:cNvSpPr>
            <p:nvPr/>
          </p:nvSpPr>
          <p:spPr bwMode="auto">
            <a:xfrm>
              <a:off x="0" y="0"/>
              <a:ext cx="3863" cy="3889"/>
            </a:xfrm>
            <a:custGeom>
              <a:avLst/>
              <a:gdLst/>
              <a:ahLst/>
              <a:cxnLst>
                <a:cxn ang="0">
                  <a:pos x="3862" y="3418"/>
                </a:cxn>
                <a:cxn ang="0">
                  <a:pos x="457" y="0"/>
                </a:cxn>
                <a:cxn ang="0">
                  <a:pos x="0" y="0"/>
                </a:cxn>
                <a:cxn ang="0">
                  <a:pos x="0" y="481"/>
                </a:cxn>
                <a:cxn ang="0">
                  <a:pos x="3394" y="3888"/>
                </a:cxn>
                <a:cxn ang="0">
                  <a:pos x="3862" y="3418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MX"/>
            </a:p>
          </p:txBody>
        </p:sp>
        <p:sp>
          <p:nvSpPr>
            <p:cNvPr id="64516" name="Freeform 4"/>
            <p:cNvSpPr>
              <a:spLocks/>
            </p:cNvSpPr>
            <p:nvPr/>
          </p:nvSpPr>
          <p:spPr bwMode="auto">
            <a:xfrm>
              <a:off x="860" y="0"/>
              <a:ext cx="3394" cy="3223"/>
            </a:xfrm>
            <a:custGeom>
              <a:avLst/>
              <a:gdLst/>
              <a:ahLst/>
              <a:cxnLst>
                <a:cxn ang="0">
                  <a:pos x="370" y="0"/>
                </a:cxn>
                <a:cxn ang="0">
                  <a:pos x="3393" y="3036"/>
                </a:cxn>
                <a:cxn ang="0">
                  <a:pos x="3208" y="3222"/>
                </a:cxn>
                <a:cxn ang="0">
                  <a:pos x="0" y="0"/>
                </a:cxn>
                <a:cxn ang="0">
                  <a:pos x="370" y="0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MX"/>
            </a:p>
          </p:txBody>
        </p:sp>
        <p:sp>
          <p:nvSpPr>
            <p:cNvPr id="64517" name="Freeform 5"/>
            <p:cNvSpPr>
              <a:spLocks/>
            </p:cNvSpPr>
            <p:nvPr/>
          </p:nvSpPr>
          <p:spPr bwMode="auto">
            <a:xfrm>
              <a:off x="2187" y="0"/>
              <a:ext cx="2859" cy="2556"/>
            </a:xfrm>
            <a:custGeom>
              <a:avLst/>
              <a:gdLst/>
              <a:ahLst/>
              <a:cxnLst>
                <a:cxn ang="0">
                  <a:pos x="630" y="0"/>
                </a:cxn>
                <a:cxn ang="0">
                  <a:pos x="2858" y="2238"/>
                </a:cxn>
                <a:cxn ang="0">
                  <a:pos x="2543" y="2555"/>
                </a:cxn>
                <a:cxn ang="0">
                  <a:pos x="0" y="0"/>
                </a:cxn>
                <a:cxn ang="0">
                  <a:pos x="630" y="0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MX"/>
            </a:p>
          </p:txBody>
        </p:sp>
        <p:sp>
          <p:nvSpPr>
            <p:cNvPr id="64518" name="Freeform 6"/>
            <p:cNvSpPr>
              <a:spLocks/>
            </p:cNvSpPr>
            <p:nvPr/>
          </p:nvSpPr>
          <p:spPr bwMode="auto">
            <a:xfrm>
              <a:off x="3055" y="0"/>
              <a:ext cx="2286" cy="21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11" y="2120"/>
                </a:cxn>
                <a:cxn ang="0">
                  <a:pos x="2285" y="1945"/>
                </a:cxn>
                <a:cxn ang="0">
                  <a:pos x="348" y="0"/>
                </a:cxn>
                <a:cxn ang="0">
                  <a:pos x="0" y="0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6451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</a:p>
        </p:txBody>
      </p:sp>
      <p:sp>
        <p:nvSpPr>
          <p:cNvPr id="6452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/>
            </a:lvl1pPr>
          </a:lstStyle>
          <a:p>
            <a:endParaRPr lang="es-ES"/>
          </a:p>
        </p:txBody>
      </p:sp>
      <p:sp>
        <p:nvSpPr>
          <p:cNvPr id="6452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/>
            </a:lvl1pPr>
          </a:lstStyle>
          <a:p>
            <a:endParaRPr lang="es-ES"/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fld id="{201B1231-0CA9-4712-BFB8-391C389EC23F}" type="slidenum">
              <a:rPr lang="es-ES"/>
              <a:pPr/>
              <a:t>‹Nº›</a:t>
            </a:fld>
            <a:endParaRPr lang="es-ES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057400"/>
            <a:ext cx="7772400" cy="2133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s-ES" b="1" dirty="0">
                <a:solidFill>
                  <a:srgbClr val="FFFF00"/>
                </a:solidFill>
                <a:effectLst/>
              </a:rPr>
              <a:t>MÓDULO TERMINAL SISTEMAS ENERGÉTICOS</a:t>
            </a:r>
            <a:r>
              <a:rPr lang="es-ES" b="1" dirty="0">
                <a:effectLst/>
              </a:rPr>
              <a:t/>
            </a:r>
            <a:br>
              <a:rPr lang="es-ES" b="1" dirty="0">
                <a:effectLst/>
              </a:rPr>
            </a:br>
            <a:endParaRPr lang="es-ES" b="1" dirty="0">
              <a:effectLst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5373688"/>
            <a:ext cx="3810000" cy="798512"/>
          </a:xfrm>
        </p:spPr>
        <p:txBody>
          <a:bodyPr/>
          <a:lstStyle/>
          <a:p>
            <a:pPr algn="r"/>
            <a:r>
              <a:rPr lang="es-ES" sz="2800">
                <a:solidFill>
                  <a:schemeClr val="accent1"/>
                </a:solidFill>
                <a:effectLst/>
                <a:latin typeface="Arial" charset="0"/>
              </a:rPr>
              <a:t>12 de enero de 2009</a:t>
            </a:r>
          </a:p>
          <a:p>
            <a:pPr algn="r"/>
            <a:endParaRPr lang="es-ES" sz="2800">
              <a:latin typeface="Arial" charset="0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FFFF00"/>
                </a:solidFill>
                <a:effectLst/>
              </a:rPr>
              <a:t>MOTIVACIÓN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3810000"/>
          </a:xfrm>
        </p:spPr>
        <p:txBody>
          <a:bodyPr/>
          <a:lstStyle/>
          <a:p>
            <a:pPr algn="just">
              <a:buFont typeface="Wingdings" pitchFamily="2" charset="2"/>
              <a:buNone/>
            </a:pPr>
            <a:r>
              <a:rPr lang="es-ES" sz="3600" dirty="0">
                <a:effectLst/>
              </a:rPr>
              <a:t>La </a:t>
            </a:r>
            <a:r>
              <a:rPr lang="es-ES" sz="3600" dirty="0">
                <a:solidFill>
                  <a:schemeClr val="accent1"/>
                </a:solidFill>
                <a:effectLst/>
              </a:rPr>
              <a:t>energía</a:t>
            </a:r>
            <a:r>
              <a:rPr lang="es-ES" sz="3600" dirty="0">
                <a:effectLst/>
              </a:rPr>
              <a:t> tiene un gran impacto en el</a:t>
            </a:r>
          </a:p>
          <a:p>
            <a:pPr algn="just">
              <a:buFont typeface="Wingdings" pitchFamily="2" charset="2"/>
              <a:buNone/>
            </a:pPr>
            <a:r>
              <a:rPr lang="es-ES" sz="3600" dirty="0">
                <a:solidFill>
                  <a:schemeClr val="accent1"/>
                </a:solidFill>
                <a:effectLst/>
              </a:rPr>
              <a:t>bienestar</a:t>
            </a:r>
            <a:r>
              <a:rPr lang="es-ES" sz="3600" dirty="0">
                <a:effectLst/>
              </a:rPr>
              <a:t> de la sociedad </a:t>
            </a:r>
            <a:r>
              <a:rPr lang="es-ES" sz="3600" dirty="0" smtClean="0">
                <a:effectLst/>
              </a:rPr>
              <a:t>y uno </a:t>
            </a:r>
            <a:r>
              <a:rPr lang="es-ES" sz="3600" dirty="0">
                <a:effectLst/>
              </a:rPr>
              <a:t>de los</a:t>
            </a:r>
          </a:p>
          <a:p>
            <a:pPr algn="just">
              <a:buFont typeface="Wingdings" pitchFamily="2" charset="2"/>
              <a:buNone/>
            </a:pPr>
            <a:r>
              <a:rPr lang="es-ES" sz="3600" dirty="0">
                <a:effectLst/>
              </a:rPr>
              <a:t>temas nacionales de más </a:t>
            </a:r>
            <a:r>
              <a:rPr lang="es-ES" sz="3600" dirty="0">
                <a:solidFill>
                  <a:schemeClr val="accent1"/>
                </a:solidFill>
                <a:effectLst/>
              </a:rPr>
              <a:t>actualidad</a:t>
            </a:r>
            <a:r>
              <a:rPr lang="es-ES" sz="3600" dirty="0">
                <a:effectLst/>
              </a:rPr>
              <a:t> es el</a:t>
            </a:r>
          </a:p>
          <a:p>
            <a:pPr algn="just">
              <a:buFont typeface="Wingdings" pitchFamily="2" charset="2"/>
              <a:buNone/>
            </a:pPr>
            <a:r>
              <a:rPr lang="es-ES" sz="3600" dirty="0">
                <a:effectLst/>
              </a:rPr>
              <a:t>de abastecimiento de energía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FFFF00"/>
                </a:solidFill>
                <a:effectLst/>
              </a:rPr>
              <a:t>OBJETIVO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3810000"/>
          </a:xfrm>
        </p:spPr>
        <p:txBody>
          <a:bodyPr/>
          <a:lstStyle/>
          <a:p>
            <a:pPr algn="just">
              <a:buFont typeface="Wingdings" pitchFamily="2" charset="2"/>
              <a:buNone/>
            </a:pPr>
            <a:r>
              <a:rPr lang="es-ES" sz="3600">
                <a:effectLst/>
              </a:rPr>
              <a:t>Que el alumno de Ingeniería Eléctrica</a:t>
            </a:r>
          </a:p>
          <a:p>
            <a:pPr algn="just">
              <a:buFont typeface="Wingdings" pitchFamily="2" charset="2"/>
              <a:buNone/>
            </a:pPr>
            <a:r>
              <a:rPr lang="es-ES" sz="3600">
                <a:effectLst/>
              </a:rPr>
              <a:t>Electrónica </a:t>
            </a:r>
            <a:r>
              <a:rPr lang="es-ES" sz="3600">
                <a:solidFill>
                  <a:schemeClr val="accent1"/>
                </a:solidFill>
                <a:effectLst/>
              </a:rPr>
              <a:t>amplíe su visión</a:t>
            </a:r>
            <a:r>
              <a:rPr lang="es-ES" sz="3600">
                <a:effectLst/>
              </a:rPr>
              <a:t> a las</a:t>
            </a:r>
          </a:p>
          <a:p>
            <a:pPr algn="just">
              <a:buFont typeface="Wingdings" pitchFamily="2" charset="2"/>
              <a:buNone/>
            </a:pPr>
            <a:r>
              <a:rPr lang="es-ES" sz="3600">
                <a:solidFill>
                  <a:schemeClr val="accent1"/>
                </a:solidFill>
                <a:effectLst/>
              </a:rPr>
              <a:t>oportunidades</a:t>
            </a:r>
            <a:r>
              <a:rPr lang="es-ES" sz="3600">
                <a:solidFill>
                  <a:schemeClr val="accent2"/>
                </a:solidFill>
                <a:effectLst/>
              </a:rPr>
              <a:t> </a:t>
            </a:r>
            <a:r>
              <a:rPr lang="es-ES" sz="3600">
                <a:effectLst/>
              </a:rPr>
              <a:t>de su carrera dentro del</a:t>
            </a:r>
          </a:p>
          <a:p>
            <a:pPr algn="just">
              <a:buFont typeface="Wingdings" pitchFamily="2" charset="2"/>
              <a:buNone/>
            </a:pPr>
            <a:r>
              <a:rPr lang="es-ES" sz="3600">
                <a:effectLst/>
              </a:rPr>
              <a:t>abanico más amplio de producción,</a:t>
            </a:r>
          </a:p>
          <a:p>
            <a:pPr algn="just">
              <a:buFont typeface="Wingdings" pitchFamily="2" charset="2"/>
              <a:buNone/>
            </a:pPr>
            <a:r>
              <a:rPr lang="es-ES" sz="3600">
                <a:effectLst/>
              </a:rPr>
              <a:t>conversión y utilización de energía.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4700" b="1" dirty="0">
                <a:solidFill>
                  <a:srgbClr val="FFFF00"/>
                </a:solidFill>
                <a:effectLst/>
                <a:latin typeface="Georgia" pitchFamily="18" charset="0"/>
              </a:rPr>
              <a:t>PLAN DE ESTUDIOS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3810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s-ES" sz="3600" b="1" dirty="0">
                <a:solidFill>
                  <a:schemeClr val="accent1"/>
                </a:solidFill>
                <a:effectLst/>
              </a:rPr>
              <a:t>MATERIAS OBLIGATORIAS:</a:t>
            </a:r>
          </a:p>
          <a:p>
            <a:pPr>
              <a:buFont typeface="Wingdings" pitchFamily="2" charset="2"/>
              <a:buNone/>
            </a:pPr>
            <a:r>
              <a:rPr lang="es-ES" sz="3600" dirty="0">
                <a:effectLst/>
              </a:rPr>
              <a:t>Introducción a Sistemas Energéticos</a:t>
            </a:r>
            <a:r>
              <a:rPr lang="es-ES" sz="3600" dirty="0"/>
              <a:t> 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4700" b="1" dirty="0">
                <a:solidFill>
                  <a:srgbClr val="FFFF00"/>
                </a:solidFill>
                <a:effectLst/>
                <a:latin typeface="Georgia" pitchFamily="18" charset="0"/>
              </a:rPr>
              <a:t>PLAN DE ESTUDIOS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3810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s-ES" sz="3600" b="1" dirty="0">
                <a:solidFill>
                  <a:schemeClr val="accent1"/>
                </a:solidFill>
                <a:effectLst/>
              </a:rPr>
              <a:t>MATERIAS OPTATIVAS:</a:t>
            </a:r>
            <a:r>
              <a:rPr lang="es-ES" sz="3600" dirty="0">
                <a:solidFill>
                  <a:schemeClr val="accent2"/>
                </a:solidFill>
                <a:effectLst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s-ES" sz="2800" dirty="0">
                <a:effectLst/>
              </a:rPr>
              <a:t>Introducción a la Conversión de Energía</a:t>
            </a:r>
          </a:p>
          <a:p>
            <a:pPr>
              <a:buFont typeface="Wingdings" pitchFamily="2" charset="2"/>
              <a:buNone/>
            </a:pPr>
            <a:r>
              <a:rPr lang="es-ES" sz="2800" dirty="0">
                <a:effectLst/>
              </a:rPr>
              <a:t>Uso Eficiente en Equipos de Servicio</a:t>
            </a:r>
          </a:p>
          <a:p>
            <a:pPr>
              <a:buFont typeface="Wingdings" pitchFamily="2" charset="2"/>
              <a:buNone/>
            </a:pPr>
            <a:r>
              <a:rPr lang="es-ES" sz="2800" dirty="0">
                <a:effectLst/>
              </a:rPr>
              <a:t>Planeación de Sistemas de Generación Eléctrica </a:t>
            </a:r>
          </a:p>
          <a:p>
            <a:pPr>
              <a:buFont typeface="Wingdings" pitchFamily="2" charset="2"/>
              <a:buNone/>
            </a:pPr>
            <a:r>
              <a:rPr lang="es-ES" sz="2800" dirty="0">
                <a:effectLst/>
              </a:rPr>
              <a:t>Fundamentos de Energía </a:t>
            </a:r>
            <a:r>
              <a:rPr lang="es-ES" sz="2800" dirty="0" smtClean="0">
                <a:effectLst/>
              </a:rPr>
              <a:t>Nuclear</a:t>
            </a:r>
          </a:p>
          <a:p>
            <a:pPr>
              <a:buNone/>
            </a:pPr>
            <a:r>
              <a:rPr lang="es-ES" sz="2800" dirty="0" smtClean="0"/>
              <a:t>Planeación e Instalación de Sistemas de Bioenergía</a:t>
            </a:r>
          </a:p>
          <a:p>
            <a:pPr>
              <a:buNone/>
            </a:pPr>
            <a:r>
              <a:rPr lang="es-ES" sz="2800" dirty="0" smtClean="0"/>
              <a:t>Introducción a Energías Renovables</a:t>
            </a:r>
          </a:p>
          <a:p>
            <a:pPr>
              <a:buFont typeface="Wingdings" pitchFamily="2" charset="2"/>
              <a:buNone/>
            </a:pPr>
            <a:endParaRPr lang="es-ES" sz="2800" dirty="0"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4700" b="1" dirty="0">
                <a:solidFill>
                  <a:srgbClr val="FFFF00"/>
                </a:solidFill>
                <a:effectLst/>
                <a:latin typeface="Georgia" pitchFamily="18" charset="0"/>
              </a:rPr>
              <a:t>PLAN DE ESTUDIOS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424862" cy="3810000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sz="3600" b="1">
                <a:solidFill>
                  <a:schemeClr val="accent1"/>
                </a:solidFill>
                <a:effectLst/>
              </a:rPr>
              <a:t>Temas Selectos de Sistemas Energéticos:</a:t>
            </a:r>
          </a:p>
          <a:p>
            <a:pPr>
              <a:buFont typeface="Wingdings" pitchFamily="2" charset="2"/>
              <a:buNone/>
            </a:pPr>
            <a:endParaRPr lang="es-ES" sz="3600">
              <a:solidFill>
                <a:schemeClr val="accent2"/>
              </a:solidFill>
              <a:effectLst/>
            </a:endParaRP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468313" y="2643019"/>
            <a:ext cx="7993062" cy="30469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anchor="ctr">
            <a:spAutoFit/>
          </a:bodyPr>
          <a:lstStyle/>
          <a:p>
            <a:pPr>
              <a:buFontTx/>
              <a:buChar char="•"/>
            </a:pPr>
            <a:r>
              <a:rPr lang="es-ES" sz="3200" dirty="0" smtClean="0"/>
              <a:t>Seguridad </a:t>
            </a:r>
            <a:r>
              <a:rPr lang="es-ES" sz="3200" dirty="0"/>
              <a:t>y Tecnología de Centrales</a:t>
            </a:r>
          </a:p>
          <a:p>
            <a:r>
              <a:rPr lang="es-ES" sz="3200" dirty="0"/>
              <a:t> Nucleares</a:t>
            </a:r>
          </a:p>
          <a:p>
            <a:pPr>
              <a:buFontTx/>
              <a:buChar char="•"/>
            </a:pPr>
            <a:r>
              <a:rPr lang="es-ES" sz="3200" dirty="0"/>
              <a:t>Herramientas Computacionales para la</a:t>
            </a:r>
          </a:p>
          <a:p>
            <a:r>
              <a:rPr lang="es-ES" sz="3200" dirty="0"/>
              <a:t> Optimación de Sistemas </a:t>
            </a:r>
            <a:r>
              <a:rPr lang="es-ES" sz="3200" dirty="0" smtClean="0"/>
              <a:t>Energéticos</a:t>
            </a:r>
          </a:p>
          <a:p>
            <a:pPr>
              <a:buFont typeface="Arial" pitchFamily="34" charset="0"/>
              <a:buChar char="•"/>
            </a:pPr>
            <a:r>
              <a:rPr lang="es-ES" sz="3200" dirty="0" smtClean="0"/>
              <a:t>Introducción a la gestión y ahorro de energía eléctrica</a:t>
            </a:r>
            <a:endParaRPr lang="es-ES" sz="3200" dirty="0"/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b="1">
                <a:solidFill>
                  <a:schemeClr val="accent2"/>
                </a:solidFill>
                <a:effectLst/>
              </a:rPr>
              <a:t>EJEMPLO DE CONTENIDO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557338"/>
            <a:ext cx="7848600" cy="3810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s-ES" sz="3600" b="1" i="1" dirty="0">
                <a:solidFill>
                  <a:srgbClr val="FFFF00"/>
                </a:solidFill>
                <a:effectLst/>
              </a:rPr>
              <a:t>Economía y geopolítica de la energía</a:t>
            </a:r>
          </a:p>
          <a:p>
            <a:pPr>
              <a:buFont typeface="Wingdings" pitchFamily="2" charset="2"/>
              <a:buNone/>
            </a:pPr>
            <a:endParaRPr lang="es-ES" sz="2000" b="1" i="1" dirty="0">
              <a:effectLst/>
            </a:endParaRPr>
          </a:p>
          <a:p>
            <a:pPr>
              <a:buFont typeface="Wingdings" pitchFamily="2" charset="2"/>
              <a:buNone/>
            </a:pPr>
            <a:r>
              <a:rPr lang="es-ES" sz="3000" b="1" dirty="0">
                <a:effectLst/>
              </a:rPr>
              <a:t>Objetivo:</a:t>
            </a:r>
            <a:r>
              <a:rPr lang="es-ES" sz="3000" dirty="0">
                <a:effectLst/>
              </a:rPr>
              <a:t> </a:t>
            </a:r>
            <a:r>
              <a:rPr lang="es-MX" sz="3000" dirty="0">
                <a:effectLst/>
              </a:rPr>
              <a:t>El alumno aprenderá la importancia</a:t>
            </a:r>
          </a:p>
          <a:p>
            <a:pPr>
              <a:buFont typeface="Wingdings" pitchFamily="2" charset="2"/>
              <a:buNone/>
            </a:pPr>
            <a:r>
              <a:rPr lang="es-MX" sz="3000" dirty="0">
                <a:effectLst/>
              </a:rPr>
              <a:t>de la distribución mundial de recursos</a:t>
            </a:r>
          </a:p>
          <a:p>
            <a:pPr>
              <a:buFont typeface="Wingdings" pitchFamily="2" charset="2"/>
              <a:buNone/>
            </a:pPr>
            <a:r>
              <a:rPr lang="es-MX" sz="3000" dirty="0">
                <a:effectLst/>
              </a:rPr>
              <a:t>energéticos, de la distribución de la demanda y</a:t>
            </a:r>
          </a:p>
          <a:p>
            <a:pPr>
              <a:buFont typeface="Wingdings" pitchFamily="2" charset="2"/>
              <a:buNone/>
            </a:pPr>
            <a:r>
              <a:rPr lang="es-MX" sz="3000" dirty="0">
                <a:effectLst/>
              </a:rPr>
              <a:t>de las implicaciones de éstos.  Conocerá la</a:t>
            </a:r>
          </a:p>
          <a:p>
            <a:pPr>
              <a:buFont typeface="Wingdings" pitchFamily="2" charset="2"/>
              <a:buNone/>
            </a:pPr>
            <a:r>
              <a:rPr lang="es-MX" sz="3000" dirty="0">
                <a:effectLst/>
              </a:rPr>
              <a:t>distinción entre recursos y reservas y las</a:t>
            </a:r>
          </a:p>
          <a:p>
            <a:pPr>
              <a:buFont typeface="Wingdings" pitchFamily="2" charset="2"/>
              <a:buNone/>
            </a:pPr>
            <a:r>
              <a:rPr lang="es-MX" sz="3000" dirty="0">
                <a:effectLst/>
              </a:rPr>
              <a:t>formas de desarrollarlas.</a:t>
            </a:r>
            <a:endParaRPr lang="es-ES" sz="3000" dirty="0"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b="1">
                <a:solidFill>
                  <a:schemeClr val="accent2"/>
                </a:solidFill>
                <a:effectLst/>
              </a:rPr>
              <a:t>EJEMPLO DE CONTENIDO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3810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s-ES" sz="3600" b="1" i="1" dirty="0">
                <a:solidFill>
                  <a:srgbClr val="FFFF00"/>
                </a:solidFill>
                <a:effectLst/>
              </a:rPr>
              <a:t>Economía y geopolítica de la energía</a:t>
            </a:r>
          </a:p>
          <a:p>
            <a:pPr>
              <a:buFont typeface="Wingdings" pitchFamily="2" charset="2"/>
              <a:buNone/>
            </a:pPr>
            <a:endParaRPr lang="es-ES" b="1" i="1" dirty="0">
              <a:solidFill>
                <a:schemeClr val="accent1"/>
              </a:solidFill>
              <a:effectLst/>
            </a:endParaRPr>
          </a:p>
          <a:p>
            <a:r>
              <a:rPr lang="es-MX" sz="2800" b="1" dirty="0">
                <a:effectLst/>
              </a:rPr>
              <a:t>Ubicación de recursos y reservas</a:t>
            </a:r>
          </a:p>
          <a:p>
            <a:r>
              <a:rPr lang="es-MX" sz="2800" b="1" dirty="0">
                <a:effectLst/>
              </a:rPr>
              <a:t>Demanda y uso mundial de energía</a:t>
            </a:r>
          </a:p>
          <a:p>
            <a:r>
              <a:rPr lang="es-MX" sz="2800" b="1" dirty="0">
                <a:effectLst/>
              </a:rPr>
              <a:t>Costos de abastecimiento</a:t>
            </a:r>
          </a:p>
          <a:p>
            <a:r>
              <a:rPr lang="es-MX" sz="2800" b="1" dirty="0">
                <a:solidFill>
                  <a:schemeClr val="accent1"/>
                </a:solidFill>
                <a:effectLst/>
              </a:rPr>
              <a:t>Mercados y precios</a:t>
            </a:r>
            <a:endParaRPr lang="es-ES" sz="2800" b="1" dirty="0">
              <a:solidFill>
                <a:schemeClr val="accent1"/>
              </a:solidFill>
              <a:effectLst/>
            </a:endParaRPr>
          </a:p>
          <a:p>
            <a:r>
              <a:rPr lang="es-ES" sz="2800" b="1" dirty="0">
                <a:effectLst/>
              </a:rPr>
              <a:t>Inversiones y financiamiento</a:t>
            </a:r>
            <a:endParaRPr lang="es-ES" b="1" dirty="0">
              <a:solidFill>
                <a:schemeClr val="accent1"/>
              </a:solidFill>
              <a:effectLst/>
            </a:endParaRPr>
          </a:p>
          <a:p>
            <a:pPr>
              <a:buFont typeface="Wingdings" pitchFamily="2" charset="2"/>
              <a:buNone/>
            </a:pPr>
            <a:endParaRPr lang="es-ES" sz="2000" i="1" dirty="0"/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b="1" dirty="0" smtClean="0">
                <a:solidFill>
                  <a:schemeClr val="accent2"/>
                </a:solidFill>
                <a:effectLst/>
              </a:rPr>
              <a:t>Asuntos energéticos de alto impacto</a:t>
            </a:r>
            <a:endParaRPr lang="es-ES" sz="4000" b="1" dirty="0">
              <a:solidFill>
                <a:schemeClr val="accent2"/>
              </a:solidFill>
              <a:effectLst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3810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s-ES" sz="2800" dirty="0">
                <a:effectLst/>
              </a:rPr>
              <a:t>Miércoles 12 de noviembre de 2008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s-ES" sz="28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s-ES" sz="2800" dirty="0">
                <a:effectLst/>
              </a:rPr>
              <a:t>La mezcla mexicana  de petróleo llegó a un precio de 42.58 dólares por barril, es decir, 27.42 dólares por debajo de los 70 dólares fijados en la Ley de Ingresos para 2009.</a:t>
            </a:r>
          </a:p>
          <a:p>
            <a:pPr>
              <a:lnSpc>
                <a:spcPct val="80000"/>
              </a:lnSpc>
            </a:pPr>
            <a:endParaRPr lang="es-ES" sz="28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s-ES" sz="2800" dirty="0">
                <a:effectLst/>
              </a:rPr>
              <a:t>El 11 de julio de 2008 el precio era de  132.71 dólares por barril.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b="1">
                <a:solidFill>
                  <a:schemeClr val="accent2"/>
                </a:solidFill>
                <a:effectLst/>
              </a:rPr>
              <a:t>NOTICIAS QUE NOS RODEAN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3810000"/>
          </a:xfrm>
        </p:spPr>
        <p:txBody>
          <a:bodyPr/>
          <a:lstStyle/>
          <a:p>
            <a:pPr algn="just">
              <a:buFont typeface="Wingdings" pitchFamily="2" charset="2"/>
              <a:buNone/>
            </a:pPr>
            <a:r>
              <a:rPr lang="es-ES" dirty="0">
                <a:effectLst/>
              </a:rPr>
              <a:t>En </a:t>
            </a:r>
            <a:r>
              <a:rPr lang="es-ES" dirty="0" smtClean="0">
                <a:effectLst/>
              </a:rPr>
              <a:t>varias ocasiones a partir de 2008 México</a:t>
            </a:r>
          </a:p>
          <a:p>
            <a:pPr algn="just">
              <a:buFont typeface="Wingdings" pitchFamily="2" charset="2"/>
              <a:buNone/>
            </a:pPr>
            <a:r>
              <a:rPr lang="es-ES" dirty="0" smtClean="0">
                <a:effectLst/>
              </a:rPr>
              <a:t>compró contratos </a:t>
            </a:r>
            <a:r>
              <a:rPr lang="es-ES" b="1" i="1" dirty="0" smtClean="0">
                <a:solidFill>
                  <a:schemeClr val="tx2"/>
                </a:solidFill>
                <a:effectLst/>
              </a:rPr>
              <a:t>derivados</a:t>
            </a:r>
            <a:r>
              <a:rPr lang="es-ES" dirty="0" smtClean="0">
                <a:effectLst/>
              </a:rPr>
              <a:t> </a:t>
            </a:r>
            <a:r>
              <a:rPr lang="es-ES" dirty="0">
                <a:effectLst/>
              </a:rPr>
              <a:t>que </a:t>
            </a:r>
            <a:r>
              <a:rPr lang="es-ES" b="1" dirty="0" smtClean="0">
                <a:solidFill>
                  <a:schemeClr val="tx2"/>
                </a:solidFill>
                <a:effectLst/>
              </a:rPr>
              <a:t>garantizan</a:t>
            </a:r>
            <a:endParaRPr lang="es-ES" dirty="0" smtClean="0">
              <a:solidFill>
                <a:schemeClr val="tx2"/>
              </a:solidFill>
              <a:effectLst/>
            </a:endParaRPr>
          </a:p>
          <a:p>
            <a:pPr algn="just">
              <a:buFont typeface="Wingdings" pitchFamily="2" charset="2"/>
              <a:buNone/>
            </a:pPr>
            <a:r>
              <a:rPr lang="es-ES" dirty="0" smtClean="0">
                <a:effectLst/>
              </a:rPr>
              <a:t>un </a:t>
            </a:r>
            <a:r>
              <a:rPr lang="es-ES" dirty="0">
                <a:effectLst/>
              </a:rPr>
              <a:t>rango de </a:t>
            </a:r>
            <a:r>
              <a:rPr lang="es-ES" dirty="0" smtClean="0">
                <a:effectLst/>
              </a:rPr>
              <a:t>precios del </a:t>
            </a:r>
            <a:r>
              <a:rPr lang="es-ES" dirty="0">
                <a:effectLst/>
              </a:rPr>
              <a:t>barril de la </a:t>
            </a:r>
            <a:r>
              <a:rPr lang="es-ES" dirty="0" smtClean="0">
                <a:effectLst/>
              </a:rPr>
              <a:t>mezcla</a:t>
            </a:r>
          </a:p>
          <a:p>
            <a:pPr algn="just">
              <a:buFont typeface="Wingdings" pitchFamily="2" charset="2"/>
              <a:buNone/>
            </a:pPr>
            <a:r>
              <a:rPr lang="es-ES" dirty="0" smtClean="0">
                <a:effectLst/>
              </a:rPr>
              <a:t>mexicana</a:t>
            </a:r>
            <a:r>
              <a:rPr lang="es-ES" dirty="0">
                <a:effectLst/>
              </a:rPr>
              <a:t>, </a:t>
            </a:r>
            <a:r>
              <a:rPr lang="es-ES" dirty="0" smtClean="0">
                <a:effectLst/>
              </a:rPr>
              <a:t>uno de ellos a un </a:t>
            </a:r>
            <a:r>
              <a:rPr lang="es-ES" b="1" dirty="0" smtClean="0">
                <a:solidFill>
                  <a:schemeClr val="tx2"/>
                </a:solidFill>
                <a:effectLst/>
              </a:rPr>
              <a:t>mínimo </a:t>
            </a:r>
            <a:r>
              <a:rPr lang="es-ES" dirty="0">
                <a:solidFill>
                  <a:schemeClr val="tx2"/>
                </a:solidFill>
                <a:effectLst/>
              </a:rPr>
              <a:t>de 70 </a:t>
            </a:r>
            <a:r>
              <a:rPr lang="es-ES" dirty="0" smtClean="0">
                <a:solidFill>
                  <a:schemeClr val="tx2"/>
                </a:solidFill>
                <a:effectLst/>
              </a:rPr>
              <a:t>a</a:t>
            </a:r>
          </a:p>
          <a:p>
            <a:pPr algn="just">
              <a:buFont typeface="Wingdings" pitchFamily="2" charset="2"/>
              <a:buNone/>
            </a:pPr>
            <a:r>
              <a:rPr lang="es-ES" dirty="0" smtClean="0">
                <a:solidFill>
                  <a:schemeClr val="tx2"/>
                </a:solidFill>
                <a:effectLst/>
              </a:rPr>
              <a:t>un </a:t>
            </a:r>
            <a:r>
              <a:rPr lang="es-ES" b="1" dirty="0">
                <a:solidFill>
                  <a:schemeClr val="tx2"/>
                </a:solidFill>
                <a:effectLst/>
              </a:rPr>
              <a:t>máximo</a:t>
            </a:r>
            <a:r>
              <a:rPr lang="es-ES" dirty="0">
                <a:solidFill>
                  <a:schemeClr val="tx2"/>
                </a:solidFill>
                <a:effectLst/>
              </a:rPr>
              <a:t> de 100 </a:t>
            </a:r>
            <a:r>
              <a:rPr lang="es-ES" dirty="0" smtClean="0">
                <a:solidFill>
                  <a:schemeClr val="tx2"/>
                </a:solidFill>
                <a:effectLst/>
              </a:rPr>
              <a:t>dólares </a:t>
            </a:r>
            <a:r>
              <a:rPr lang="es-ES" dirty="0" smtClean="0">
                <a:effectLst/>
              </a:rPr>
              <a:t>por </a:t>
            </a:r>
            <a:r>
              <a:rPr lang="es-ES" dirty="0">
                <a:effectLst/>
              </a:rPr>
              <a:t>barril.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2400" b="1" dirty="0" smtClean="0">
                <a:effectLst/>
              </a:rPr>
              <a:t>LA CONSTANTE ES QUE LOS PRECIOS VARÍEN</a:t>
            </a:r>
          </a:p>
        </p:txBody>
      </p:sp>
      <p:graphicFrame>
        <p:nvGraphicFramePr>
          <p:cNvPr id="11" name="Chart 1"/>
          <p:cNvGraphicFramePr>
            <a:graphicFrameLocks/>
          </p:cNvGraphicFramePr>
          <p:nvPr/>
        </p:nvGraphicFramePr>
        <p:xfrm>
          <a:off x="693134" y="1355256"/>
          <a:ext cx="7541773" cy="5015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s-ES" sz="3600" b="1" dirty="0" smtClean="0">
                <a:effectLst/>
              </a:rPr>
              <a:t>Instrumentos para cubrir riesgos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7848600" cy="3810000"/>
          </a:xfrm>
          <a:noFill/>
          <a:ln w="9525"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s-ES" dirty="0" smtClean="0">
                <a:effectLst/>
              </a:rPr>
              <a:t>Mercados de “futuros”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dirty="0" smtClean="0">
                <a:solidFill>
                  <a:srgbClr val="00FFCC"/>
                </a:solidFill>
                <a:effectLst/>
              </a:rPr>
              <a:t>Opciones sobre mercancías:</a:t>
            </a:r>
            <a:endParaRPr lang="es-ES" dirty="0" smtClean="0">
              <a:effectLst/>
            </a:endParaRPr>
          </a:p>
          <a:p>
            <a:pPr eaLnBrk="1" hangingPunct="1"/>
            <a:r>
              <a:rPr lang="es-ES" dirty="0" smtClean="0">
                <a:effectLst/>
              </a:rPr>
              <a:t>Opciones </a:t>
            </a:r>
            <a:r>
              <a:rPr lang="es-ES" dirty="0" err="1" smtClean="0">
                <a:effectLst/>
              </a:rPr>
              <a:t>call</a:t>
            </a:r>
            <a:endParaRPr lang="es-ES" dirty="0" smtClean="0">
              <a:effectLst/>
            </a:endParaRPr>
          </a:p>
          <a:p>
            <a:pPr eaLnBrk="1" hangingPunct="1"/>
            <a:r>
              <a:rPr lang="es-ES" dirty="0" smtClean="0">
                <a:effectLst/>
              </a:rPr>
              <a:t>Opciones </a:t>
            </a:r>
            <a:r>
              <a:rPr lang="es-ES" dirty="0" err="1" smtClean="0">
                <a:effectLst/>
              </a:rPr>
              <a:t>put</a:t>
            </a:r>
            <a:endParaRPr lang="es-ES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endParaRPr lang="es-ES" dirty="0" smtClean="0"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s-ES" sz="4000" b="1" dirty="0" smtClean="0">
                <a:effectLst/>
              </a:rPr>
              <a:t>Opciones sobre mercancías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981200"/>
            <a:ext cx="8207375" cy="3810000"/>
          </a:xfrm>
          <a:noFill/>
          <a:ln w="9525"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s-ES" smtClean="0">
                <a:solidFill>
                  <a:srgbClr val="00FFCC"/>
                </a:solidFill>
                <a:effectLst/>
              </a:rPr>
              <a:t>Opciones Call: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smtClean="0">
                <a:effectLst/>
              </a:rPr>
              <a:t>   El comprador tiene </a:t>
            </a:r>
            <a:r>
              <a:rPr lang="es-ES" smtClean="0">
                <a:solidFill>
                  <a:srgbClr val="00FFCC"/>
                </a:solidFill>
                <a:effectLst/>
              </a:rPr>
              <a:t>el derecho pero no la obligación</a:t>
            </a:r>
            <a:r>
              <a:rPr lang="es-ES" smtClean="0">
                <a:effectLst/>
              </a:rPr>
              <a:t> de comprar un bien a cierto precio dentro de un periodo dado (o en una fecha dada).</a:t>
            </a:r>
          </a:p>
          <a:p>
            <a:pPr eaLnBrk="1" hangingPunct="1">
              <a:buFont typeface="Wingdings" pitchFamily="2" charset="2"/>
              <a:buNone/>
            </a:pPr>
            <a:endParaRPr lang="es-ES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s-ES" smtClean="0">
                <a:effectLst/>
              </a:rPr>
              <a:t>    Pagando una </a:t>
            </a:r>
            <a:r>
              <a:rPr lang="es-ES" smtClean="0">
                <a:solidFill>
                  <a:srgbClr val="00FFCC"/>
                </a:solidFill>
                <a:effectLst/>
              </a:rPr>
              <a:t>prima</a:t>
            </a:r>
            <a:r>
              <a:rPr lang="es-ES" smtClean="0">
                <a:effectLst/>
              </a:rPr>
              <a:t> al vendedor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s-ES" sz="4000" smtClean="0">
                <a:solidFill>
                  <a:srgbClr val="FF0066"/>
                </a:solidFill>
                <a:effectLst/>
              </a:rPr>
              <a:t>Opciones sobre mercancías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484313"/>
            <a:ext cx="8207375" cy="4306887"/>
          </a:xfrm>
          <a:noFill/>
          <a:ln w="9525"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effectLst/>
              </a:rPr>
              <a:t>Ejemplo Call: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s-ES" smtClean="0">
              <a:effectLst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effectLst/>
              </a:rPr>
              <a:t>Precio actual: US$40.00/barril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effectLst/>
              </a:rPr>
              <a:t>Precio de ejercicio X: US$50.00/barril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effectLst/>
              </a:rPr>
              <a:t>Fecha límite: 31 de diciembre de 2010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effectLst/>
              </a:rPr>
              <a:t>Cantidad 10,000 barriles de petróleo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s-ES" smtClean="0">
              <a:effectLst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" smtClean="0">
                <a:solidFill>
                  <a:srgbClr val="00FFCC"/>
                </a:solidFill>
                <a:effectLst/>
              </a:rPr>
              <a:t>La prima</a:t>
            </a:r>
            <a:r>
              <a:rPr lang="es-ES" smtClean="0">
                <a:effectLst/>
              </a:rPr>
              <a:t> puede ser US$50,000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s-ES" smtClean="0"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s-ES" sz="4000" smtClean="0">
                <a:solidFill>
                  <a:srgbClr val="FF0066"/>
                </a:solidFill>
                <a:effectLst/>
              </a:rPr>
              <a:t>Opciones sobre mercancías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981200"/>
            <a:ext cx="8207375" cy="3810000"/>
          </a:xfrm>
          <a:noFill/>
          <a:ln w="9525"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s-ES" smtClean="0">
                <a:effectLst/>
              </a:rPr>
              <a:t>   </a:t>
            </a:r>
            <a:r>
              <a:rPr lang="es-ES" smtClean="0">
                <a:solidFill>
                  <a:srgbClr val="00FFCC"/>
                </a:solidFill>
                <a:effectLst/>
              </a:rPr>
              <a:t>Opciones Put: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smtClean="0">
                <a:effectLst/>
              </a:rPr>
              <a:t>   El comprador tiene </a:t>
            </a:r>
            <a:r>
              <a:rPr lang="es-ES" smtClean="0">
                <a:solidFill>
                  <a:srgbClr val="00FFCC"/>
                </a:solidFill>
                <a:effectLst/>
              </a:rPr>
              <a:t>el derecho pero no la obligación</a:t>
            </a:r>
            <a:r>
              <a:rPr lang="es-ES" smtClean="0">
                <a:effectLst/>
              </a:rPr>
              <a:t> de vender un bien a cierto precio dentro de un periodo dado (o en una fecha dada).</a:t>
            </a:r>
          </a:p>
          <a:p>
            <a:pPr eaLnBrk="1" hangingPunct="1">
              <a:buFont typeface="Wingdings" pitchFamily="2" charset="2"/>
              <a:buNone/>
            </a:pPr>
            <a:endParaRPr lang="es-ES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s-ES" smtClean="0">
                <a:effectLst/>
              </a:rPr>
              <a:t>    Pagando una </a:t>
            </a:r>
            <a:r>
              <a:rPr lang="es-ES" smtClean="0">
                <a:solidFill>
                  <a:srgbClr val="00FFCC"/>
                </a:solidFill>
                <a:effectLst/>
              </a:rPr>
              <a:t>prima</a:t>
            </a:r>
            <a:r>
              <a:rPr lang="es-ES" smtClean="0">
                <a:effectLst/>
              </a:rPr>
              <a:t> al vendedor</a:t>
            </a:r>
          </a:p>
          <a:p>
            <a:pPr eaLnBrk="1" hangingPunct="1">
              <a:buFont typeface="Wingdings" pitchFamily="2" charset="2"/>
              <a:buNone/>
            </a:pPr>
            <a:endParaRPr lang="es-ES" smtClean="0"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s-ES" sz="4000" b="1" smtClean="0">
                <a:solidFill>
                  <a:srgbClr val="FF0066"/>
                </a:solidFill>
                <a:effectLst/>
              </a:rPr>
              <a:t>NOTICIAS QUE NOS RODEAN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7848600" cy="3810000"/>
          </a:xfrm>
          <a:noFill/>
          <a:ln w="9525"/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s-ES" smtClean="0">
                <a:effectLst/>
              </a:rPr>
              <a:t>En agosto de 2008 México compró contratos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b="1" i="1" smtClean="0">
                <a:solidFill>
                  <a:srgbClr val="00FFCC"/>
                </a:solidFill>
                <a:effectLst/>
              </a:rPr>
              <a:t>derivados</a:t>
            </a:r>
            <a:r>
              <a:rPr lang="es-ES" smtClean="0">
                <a:effectLst/>
              </a:rPr>
              <a:t> que </a:t>
            </a:r>
            <a:r>
              <a:rPr lang="es-ES" b="1" smtClean="0">
                <a:solidFill>
                  <a:srgbClr val="00FFCC"/>
                </a:solidFill>
                <a:effectLst/>
              </a:rPr>
              <a:t>garantizan</a:t>
            </a:r>
            <a:r>
              <a:rPr lang="es-ES" smtClean="0">
                <a:effectLst/>
              </a:rPr>
              <a:t> un rango de precios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mtClean="0">
                <a:effectLst/>
              </a:rPr>
              <a:t>del barril de la mezcla mexicana, de un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b="1" smtClean="0">
                <a:solidFill>
                  <a:srgbClr val="00FFCC"/>
                </a:solidFill>
                <a:effectLst/>
              </a:rPr>
              <a:t>mínimo</a:t>
            </a:r>
            <a:r>
              <a:rPr lang="es-ES" b="1" smtClean="0">
                <a:effectLst/>
              </a:rPr>
              <a:t> </a:t>
            </a:r>
            <a:r>
              <a:rPr lang="es-ES" smtClean="0">
                <a:effectLst/>
              </a:rPr>
              <a:t>de 70 a un </a:t>
            </a:r>
            <a:r>
              <a:rPr lang="es-ES" b="1" smtClean="0">
                <a:solidFill>
                  <a:srgbClr val="00FFCC"/>
                </a:solidFill>
                <a:effectLst/>
              </a:rPr>
              <a:t>máximo</a:t>
            </a:r>
            <a:r>
              <a:rPr lang="es-ES" smtClean="0">
                <a:effectLst/>
              </a:rPr>
              <a:t> de 100 dólares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mtClean="0">
                <a:effectLst/>
              </a:rPr>
              <a:t>por barril.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b="1" dirty="0" smtClean="0">
                <a:solidFill>
                  <a:srgbClr val="FF0066"/>
                </a:solidFill>
                <a:effectLst/>
              </a:rPr>
              <a:t/>
            </a:r>
            <a:br>
              <a:rPr lang="es-ES" b="1" dirty="0" smtClean="0">
                <a:solidFill>
                  <a:srgbClr val="FF0066"/>
                </a:solidFill>
                <a:effectLst/>
              </a:rPr>
            </a:br>
            <a:r>
              <a:rPr lang="es-ES" b="1" dirty="0" smtClean="0">
                <a:solidFill>
                  <a:srgbClr val="FF0066"/>
                </a:solidFill>
                <a:effectLst/>
              </a:rPr>
              <a:t>Ejemplo de aplicación en </a:t>
            </a:r>
            <a:r>
              <a:rPr lang="es-ES" b="1" dirty="0" err="1" smtClean="0">
                <a:solidFill>
                  <a:srgbClr val="FF0066"/>
                </a:solidFill>
                <a:effectLst/>
              </a:rPr>
              <a:t>cías</a:t>
            </a:r>
            <a:r>
              <a:rPr lang="es-ES" b="1" dirty="0" smtClean="0">
                <a:solidFill>
                  <a:srgbClr val="FF0066"/>
                </a:solidFill>
                <a:effectLst/>
              </a:rPr>
              <a:t> petroleras.</a:t>
            </a:r>
            <a:br>
              <a:rPr lang="es-ES" b="1" dirty="0" smtClean="0">
                <a:solidFill>
                  <a:srgbClr val="FF0066"/>
                </a:solidFill>
                <a:effectLst/>
              </a:rPr>
            </a:br>
            <a:endParaRPr lang="es-ES" b="1" dirty="0" smtClean="0">
              <a:solidFill>
                <a:srgbClr val="FF0066"/>
              </a:solidFill>
              <a:effectLst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4864"/>
            <a:ext cx="7848600" cy="3816424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sz="2600" b="1" dirty="0" smtClean="0">
                <a:effectLst/>
                <a:latin typeface="Georgia" pitchFamily="18" charset="0"/>
              </a:rPr>
              <a:t>Western Sands </a:t>
            </a:r>
            <a:r>
              <a:rPr lang="en-US" sz="2600" b="1" dirty="0" err="1" smtClean="0">
                <a:effectLst/>
                <a:latin typeface="Georgia" pitchFamily="18" charset="0"/>
              </a:rPr>
              <a:t>es</a:t>
            </a:r>
            <a:r>
              <a:rPr lang="en-US" sz="2600" b="1" dirty="0" smtClean="0">
                <a:effectLst/>
                <a:latin typeface="Georgia" pitchFamily="18" charset="0"/>
              </a:rPr>
              <a:t> </a:t>
            </a:r>
            <a:r>
              <a:rPr lang="en-US" sz="2600" b="1" dirty="0" err="1" smtClean="0">
                <a:effectLst/>
                <a:latin typeface="Georgia" pitchFamily="18" charset="0"/>
              </a:rPr>
              <a:t>una</a:t>
            </a:r>
            <a:r>
              <a:rPr lang="en-US" sz="2600" b="1" dirty="0" smtClean="0">
                <a:effectLst/>
                <a:latin typeface="Georgia" pitchFamily="18" charset="0"/>
              </a:rPr>
              <a:t> </a:t>
            </a:r>
            <a:r>
              <a:rPr lang="en-US" sz="2600" b="1" dirty="0" err="1" smtClean="0">
                <a:effectLst/>
                <a:latin typeface="Georgia" pitchFamily="18" charset="0"/>
              </a:rPr>
              <a:t>subsidiaria</a:t>
            </a:r>
            <a:r>
              <a:rPr lang="en-US" sz="2600" b="1" dirty="0" smtClean="0">
                <a:effectLst/>
                <a:latin typeface="Georgia" pitchFamily="18" charset="0"/>
              </a:rPr>
              <a:t> de la </a:t>
            </a:r>
            <a:r>
              <a:rPr lang="en-US" sz="2600" b="1" dirty="0" err="1" smtClean="0">
                <a:effectLst/>
                <a:latin typeface="Georgia" pitchFamily="18" charset="0"/>
              </a:rPr>
              <a:t>Cía</a:t>
            </a:r>
            <a:endParaRPr lang="en-US" sz="2600" b="1" dirty="0" smtClean="0">
              <a:effectLst/>
              <a:latin typeface="Georgia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sz="2600" b="1" dirty="0" smtClean="0">
                <a:effectLst/>
                <a:latin typeface="Georgia" pitchFamily="18" charset="0"/>
              </a:rPr>
              <a:t>Marathon Oil</a:t>
            </a:r>
          </a:p>
          <a:p>
            <a:pPr algn="just" eaLnBrk="1" hangingPunct="1">
              <a:buFont typeface="Wingdings" pitchFamily="2" charset="2"/>
              <a:buNone/>
            </a:pPr>
            <a:endParaRPr lang="es-ES" sz="2600" b="1" dirty="0" smtClean="0">
              <a:solidFill>
                <a:schemeClr val="accent1"/>
              </a:solidFill>
              <a:effectLst/>
              <a:latin typeface="Georgia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s-ES" sz="2600" b="1" dirty="0" smtClean="0">
                <a:effectLst/>
                <a:latin typeface="Georgia" pitchFamily="18" charset="0"/>
              </a:rPr>
              <a:t>Western </a:t>
            </a:r>
            <a:r>
              <a:rPr lang="es-ES" sz="2600" b="1" dirty="0" err="1" smtClean="0">
                <a:effectLst/>
                <a:latin typeface="Georgia" pitchFamily="18" charset="0"/>
              </a:rPr>
              <a:t>Sands</a:t>
            </a:r>
            <a:r>
              <a:rPr lang="es-ES" sz="2600" b="1" dirty="0" smtClean="0">
                <a:effectLst/>
                <a:latin typeface="Georgia" pitchFamily="18" charset="0"/>
              </a:rPr>
              <a:t> extrae y procesa arenas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z="2600" b="1" dirty="0" smtClean="0">
                <a:effectLst/>
                <a:latin typeface="Georgia" pitchFamily="18" charset="0"/>
              </a:rPr>
              <a:t>bituminosas para producir petróleo crudo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z="2600" b="1" dirty="0" smtClean="0">
                <a:effectLst/>
                <a:latin typeface="Georgia" pitchFamily="18" charset="0"/>
              </a:rPr>
              <a:t>sintético.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z="2600" b="1" dirty="0" smtClean="0">
                <a:effectLst/>
                <a:latin typeface="Georgia" pitchFamily="18" charset="0"/>
              </a:rPr>
              <a:t>Los precios pueden caer por debajo del costo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s-ES" sz="2600" b="1" dirty="0" smtClean="0">
                <a:effectLst/>
                <a:latin typeface="Georgia" pitchFamily="18" charset="0"/>
              </a:rPr>
              <a:t>de extracción y procesamiento.</a:t>
            </a:r>
          </a:p>
          <a:p>
            <a:pPr algn="just" eaLnBrk="1" hangingPunct="1">
              <a:buFont typeface="Wingdings" pitchFamily="2" charset="2"/>
              <a:buNone/>
            </a:pPr>
            <a:endParaRPr lang="es-ES" sz="3600" b="1" dirty="0" smtClean="0">
              <a:solidFill>
                <a:schemeClr val="accent2"/>
              </a:solidFill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b="1" smtClean="0">
                <a:solidFill>
                  <a:srgbClr val="FF0066"/>
                </a:solidFill>
                <a:effectLst/>
              </a:rPr>
              <a:t>Coberturas de riesgos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2875"/>
            <a:ext cx="7848600" cy="4378325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b="1" smtClean="0">
                <a:effectLst/>
              </a:rPr>
              <a:t>   At October 18, 2007, Western Sands held crude oil </a:t>
            </a:r>
            <a:r>
              <a:rPr lang="en-US" b="1" smtClean="0">
                <a:solidFill>
                  <a:srgbClr val="00FFCC"/>
                </a:solidFill>
                <a:effectLst/>
              </a:rPr>
              <a:t>put options purchased</a:t>
            </a:r>
            <a:r>
              <a:rPr lang="en-US" b="1" smtClean="0">
                <a:effectLst/>
              </a:rPr>
              <a:t> in October 2005 for the </a:t>
            </a:r>
            <a:r>
              <a:rPr lang="en-US" b="1" smtClean="0">
                <a:solidFill>
                  <a:srgbClr val="00FFCC"/>
                </a:solidFill>
                <a:effectLst/>
              </a:rPr>
              <a:t>three-year period</a:t>
            </a:r>
            <a:r>
              <a:rPr lang="en-US" b="1" smtClean="0">
                <a:effectLst/>
              </a:rPr>
              <a:t> beginning January 1, 2007. The premiums for the purchased put options had been partially offset through the </a:t>
            </a:r>
            <a:r>
              <a:rPr lang="en-US" b="1" smtClean="0">
                <a:solidFill>
                  <a:srgbClr val="00FFCC"/>
                </a:solidFill>
                <a:effectLst/>
              </a:rPr>
              <a:t>sale of call options</a:t>
            </a:r>
            <a:r>
              <a:rPr lang="en-US" b="1" smtClean="0">
                <a:effectLst/>
              </a:rPr>
              <a:t> for the same three-year period, resulting in a net premium liability.</a:t>
            </a:r>
            <a:endParaRPr lang="es-ES" sz="3600" b="1" smtClean="0">
              <a:solidFill>
                <a:schemeClr val="accent1"/>
              </a:solidFill>
              <a:effectLst/>
            </a:endParaRPr>
          </a:p>
          <a:p>
            <a:pPr algn="just" eaLnBrk="1" hangingPunct="1">
              <a:buFont typeface="Wingdings" pitchFamily="2" charset="2"/>
              <a:buNone/>
            </a:pPr>
            <a:endParaRPr lang="es-ES" sz="3600" b="1" smtClean="0">
              <a:solidFill>
                <a:schemeClr val="accent1"/>
              </a:solidFill>
              <a:effectLst/>
            </a:endParaRPr>
          </a:p>
          <a:p>
            <a:pPr algn="just" eaLnBrk="1" hangingPunct="1">
              <a:buFont typeface="Wingdings" pitchFamily="2" charset="2"/>
              <a:buNone/>
            </a:pPr>
            <a:endParaRPr lang="es-ES" sz="3600" b="1" smtClean="0">
              <a:solidFill>
                <a:schemeClr val="accent2"/>
              </a:solidFill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s-ES" b="1" smtClean="0">
                <a:solidFill>
                  <a:srgbClr val="FF0066"/>
                </a:solidFill>
                <a:effectLst/>
              </a:rPr>
              <a:t>Coberturas de riesgos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557338"/>
            <a:ext cx="7848600" cy="3810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b="1" smtClean="0">
                <a:effectLst/>
              </a:rPr>
              <a:t>As of December 31, 2007, the following put and call options were</a:t>
            </a:r>
          </a:p>
          <a:p>
            <a:pPr>
              <a:buFont typeface="Wingdings" pitchFamily="2" charset="2"/>
              <a:buNone/>
            </a:pPr>
            <a:r>
              <a:rPr lang="en-US" sz="2000" b="1" smtClean="0">
                <a:effectLst/>
              </a:rPr>
              <a:t>outstanding:				</a:t>
            </a:r>
          </a:p>
          <a:p>
            <a:pPr>
              <a:buFont typeface="Wingdings" pitchFamily="2" charset="2"/>
              <a:buNone/>
            </a:pPr>
            <a:r>
              <a:rPr lang="en-US" sz="2000" b="1" smtClean="0">
                <a:effectLst/>
              </a:rPr>
              <a:t>		 				    Option Expiration Dates</a:t>
            </a:r>
          </a:p>
          <a:p>
            <a:pPr>
              <a:buFont typeface="Wingdings" pitchFamily="2" charset="2"/>
              <a:buNone/>
            </a:pPr>
            <a:r>
              <a:rPr lang="en-US" sz="2000" b="1" smtClean="0">
                <a:effectLst/>
              </a:rPr>
              <a:t> 					                            2008        2009</a:t>
            </a:r>
          </a:p>
          <a:p>
            <a:pPr>
              <a:buFont typeface="Wingdings" pitchFamily="2" charset="2"/>
              <a:buNone/>
            </a:pPr>
            <a:r>
              <a:rPr lang="en-US" sz="2000" b="1" smtClean="0">
                <a:solidFill>
                  <a:srgbClr val="00FFCC"/>
                </a:solidFill>
                <a:effectLst/>
              </a:rPr>
              <a:t>Option Contract Volumes </a:t>
            </a:r>
            <a:r>
              <a:rPr lang="en-US" sz="2000" b="1" i="1" smtClean="0">
                <a:solidFill>
                  <a:srgbClr val="00FFCC"/>
                </a:solidFill>
                <a:effectLst/>
              </a:rPr>
              <a:t>(Barrels Per Day)</a:t>
            </a:r>
            <a:r>
              <a:rPr lang="en-US" sz="2000" b="1" smtClean="0">
                <a:solidFill>
                  <a:srgbClr val="00FFCC"/>
                </a:solidFill>
                <a:effectLst/>
              </a:rPr>
              <a:t>:</a:t>
            </a:r>
          </a:p>
          <a:p>
            <a:pPr>
              <a:buFont typeface="Wingdings" pitchFamily="2" charset="2"/>
              <a:buNone/>
            </a:pPr>
            <a:r>
              <a:rPr lang="en-US" sz="2000" b="1" smtClean="0">
                <a:effectLst/>
              </a:rPr>
              <a:t>Put Options Purchased 				20,000    20,000</a:t>
            </a:r>
          </a:p>
          <a:p>
            <a:pPr>
              <a:buFont typeface="Wingdings" pitchFamily="2" charset="2"/>
              <a:buNone/>
            </a:pPr>
            <a:r>
              <a:rPr lang="en-US" sz="2000" b="1" smtClean="0">
                <a:effectLst/>
              </a:rPr>
              <a:t>Call Options Sold 		                  	15,000    15,000</a:t>
            </a:r>
          </a:p>
          <a:p>
            <a:pPr>
              <a:buFont typeface="Wingdings" pitchFamily="2" charset="2"/>
              <a:buNone/>
            </a:pPr>
            <a:endParaRPr lang="en-US" sz="2000" b="1" smtClean="0">
              <a:effectLst/>
            </a:endParaRPr>
          </a:p>
          <a:p>
            <a:pPr>
              <a:buFont typeface="Wingdings" pitchFamily="2" charset="2"/>
              <a:buNone/>
            </a:pPr>
            <a:r>
              <a:rPr lang="en-US" sz="2000" b="1" smtClean="0">
                <a:solidFill>
                  <a:srgbClr val="00FFCC"/>
                </a:solidFill>
                <a:effectLst/>
              </a:rPr>
              <a:t>Average Exercise Price </a:t>
            </a:r>
            <a:r>
              <a:rPr lang="en-US" sz="2000" b="1" i="1" smtClean="0">
                <a:solidFill>
                  <a:srgbClr val="00FFCC"/>
                </a:solidFill>
                <a:effectLst/>
              </a:rPr>
              <a:t>(Dollars Per Barrel)</a:t>
            </a:r>
            <a:r>
              <a:rPr lang="en-US" sz="2000" b="1" smtClean="0">
                <a:solidFill>
                  <a:srgbClr val="00FFCC"/>
                </a:solidFill>
                <a:effectLst/>
              </a:rPr>
              <a:t>:</a:t>
            </a:r>
          </a:p>
          <a:p>
            <a:pPr>
              <a:buFont typeface="Wingdings" pitchFamily="2" charset="2"/>
              <a:buNone/>
            </a:pPr>
            <a:r>
              <a:rPr lang="en-US" sz="2000" b="1" smtClean="0">
                <a:effectLst/>
              </a:rPr>
              <a:t>Put Options   					$54.25    $50.50</a:t>
            </a:r>
          </a:p>
          <a:p>
            <a:pPr>
              <a:buFont typeface="Wingdings" pitchFamily="2" charset="2"/>
              <a:buNone/>
            </a:pPr>
            <a:r>
              <a:rPr lang="en-US" sz="2000" b="1" smtClean="0">
                <a:effectLst/>
              </a:rPr>
              <a:t>Call Options 					$94.25    $90.50</a:t>
            </a:r>
            <a:endParaRPr lang="es-ES" sz="2000" b="1" smtClean="0">
              <a:solidFill>
                <a:schemeClr val="accent1"/>
              </a:solidFill>
              <a:effectLst/>
            </a:endParaRPr>
          </a:p>
          <a:p>
            <a:pPr algn="just" eaLnBrk="1" hangingPunct="1">
              <a:buFont typeface="Wingdings" pitchFamily="2" charset="2"/>
              <a:buNone/>
            </a:pPr>
            <a:endParaRPr lang="es-ES" sz="2000" b="1" smtClean="0">
              <a:solidFill>
                <a:schemeClr val="accent2"/>
              </a:solidFill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s-ES" sz="3000" b="1" dirty="0" smtClean="0">
                <a:effectLst/>
                <a:latin typeface="Georgia" pitchFamily="18" charset="0"/>
              </a:rPr>
              <a:t>Implicaciones de reformas eléctricas</a:t>
            </a:r>
            <a:endParaRPr lang="es-ES" sz="3000" dirty="0" smtClean="0">
              <a:effectLst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557338"/>
            <a:ext cx="7848600" cy="3810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s-ES" sz="2800" b="1" dirty="0" smtClean="0">
                <a:effectLst/>
              </a:rPr>
              <a:t>Desmantelamiento de industria verticalmente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sz="2800" b="1" dirty="0" smtClean="0">
                <a:effectLst/>
              </a:rPr>
              <a:t>integrada:</a:t>
            </a:r>
          </a:p>
          <a:p>
            <a:r>
              <a:rPr lang="es-ES" sz="2800" b="1" dirty="0" smtClean="0">
                <a:effectLst/>
              </a:rPr>
              <a:t>Generación</a:t>
            </a:r>
          </a:p>
          <a:p>
            <a:r>
              <a:rPr lang="es-ES" sz="2800" b="1" dirty="0" smtClean="0">
                <a:effectLst/>
              </a:rPr>
              <a:t>Transmisión</a:t>
            </a:r>
          </a:p>
          <a:p>
            <a:r>
              <a:rPr lang="es-ES" sz="2800" b="1" dirty="0" smtClean="0">
                <a:effectLst/>
              </a:rPr>
              <a:t>Distribución</a:t>
            </a:r>
          </a:p>
          <a:p>
            <a:pPr>
              <a:buNone/>
            </a:pPr>
            <a:r>
              <a:rPr lang="es-ES" sz="2800" b="1" dirty="0" smtClean="0">
                <a:effectLst/>
              </a:rPr>
              <a:t>Vs</a:t>
            </a:r>
          </a:p>
          <a:p>
            <a:r>
              <a:rPr lang="es-ES" sz="28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Competencia en generación</a:t>
            </a:r>
          </a:p>
          <a:p>
            <a:pPr eaLnBrk="1" hangingPunct="1">
              <a:buFont typeface="Wingdings" pitchFamily="2" charset="2"/>
              <a:buNone/>
            </a:pPr>
            <a:endParaRPr lang="es-ES" sz="2800" b="1" dirty="0" smtClean="0"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28600"/>
            <a:ext cx="8134672" cy="1760240"/>
          </a:xfrm>
          <a:noFill/>
          <a:ln/>
        </p:spPr>
        <p:txBody>
          <a:bodyPr/>
          <a:lstStyle/>
          <a:p>
            <a:pPr eaLnBrk="1" hangingPunct="1"/>
            <a:r>
              <a:rPr lang="es-ES" sz="3200" b="1" dirty="0" smtClean="0">
                <a:effectLst/>
                <a:latin typeface="Georgia" pitchFamily="18" charset="0"/>
              </a:rPr>
              <a:t>Implicaciones de reformas eléctricas</a:t>
            </a:r>
            <a:r>
              <a:rPr lang="es-ES" sz="3200" b="1" dirty="0" smtClean="0">
                <a:solidFill>
                  <a:schemeClr val="tx1"/>
                </a:solidFill>
                <a:effectLst/>
                <a:latin typeface="Georgia" pitchFamily="18" charset="0"/>
              </a:rPr>
              <a:t/>
            </a:r>
            <a:br>
              <a:rPr lang="es-ES" sz="3200" b="1" dirty="0" smtClean="0">
                <a:solidFill>
                  <a:schemeClr val="tx1"/>
                </a:solidFill>
                <a:effectLst/>
                <a:latin typeface="Georgia" pitchFamily="18" charset="0"/>
              </a:rPr>
            </a:br>
            <a:r>
              <a:rPr lang="es-ES" sz="2800" b="1" dirty="0" smtClean="0">
                <a:solidFill>
                  <a:schemeClr val="tx1"/>
                </a:solidFill>
                <a:effectLst/>
                <a:latin typeface="Georgia" pitchFamily="18" charset="0"/>
              </a:rPr>
              <a:t>Subastas de </a:t>
            </a:r>
            <a:r>
              <a:rPr lang="es-ES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Georgia" pitchFamily="18" charset="0"/>
              </a:rPr>
              <a:t>oferta</a:t>
            </a:r>
            <a:r>
              <a:rPr lang="es-ES" sz="2800" b="1" dirty="0" smtClean="0">
                <a:solidFill>
                  <a:schemeClr val="tx1"/>
                </a:solidFill>
                <a:effectLst/>
                <a:latin typeface="Georgia" pitchFamily="18" charset="0"/>
              </a:rPr>
              <a:t> y </a:t>
            </a:r>
            <a:r>
              <a:rPr lang="es-ES" sz="2800" b="1" dirty="0" smtClean="0">
                <a:solidFill>
                  <a:schemeClr val="accent3">
                    <a:lumMod val="50000"/>
                  </a:schemeClr>
                </a:solidFill>
                <a:effectLst/>
                <a:latin typeface="Georgia" pitchFamily="18" charset="0"/>
              </a:rPr>
              <a:t>demanda</a:t>
            </a:r>
            <a:r>
              <a:rPr lang="es-ES" sz="2800" b="1" dirty="0" smtClean="0">
                <a:solidFill>
                  <a:schemeClr val="tx1"/>
                </a:solidFill>
                <a:effectLst/>
                <a:latin typeface="Georgia" pitchFamily="18" charset="0"/>
              </a:rPr>
              <a:t> de energía:</a:t>
            </a:r>
            <a:br>
              <a:rPr lang="es-ES" sz="2800" b="1" dirty="0" smtClean="0">
                <a:solidFill>
                  <a:schemeClr val="tx1"/>
                </a:solidFill>
                <a:effectLst/>
                <a:latin typeface="Georgia" pitchFamily="18" charset="0"/>
              </a:rPr>
            </a:br>
            <a:r>
              <a:rPr lang="es-ES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Georgia" pitchFamily="18" charset="0"/>
              </a:rPr>
              <a:t>mayor oferta a altos precios</a:t>
            </a:r>
            <a:r>
              <a:rPr lang="es-ES" sz="40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Georgia" pitchFamily="18" charset="0"/>
              </a:rPr>
              <a:t/>
            </a:r>
            <a:br>
              <a:rPr lang="es-ES" sz="40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Georgia" pitchFamily="18" charset="0"/>
              </a:rPr>
            </a:br>
            <a:endParaRPr lang="es-ES" sz="4000" b="1" dirty="0" smtClean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Georgia" pitchFamily="18" charset="0"/>
            </a:endParaRPr>
          </a:p>
        </p:txBody>
      </p:sp>
      <p:pic>
        <p:nvPicPr>
          <p:cNvPr id="6145" name="Picture 1" descr="C:\Users\Reinking\Pictures\grafica escalones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2348880"/>
            <a:ext cx="4968552" cy="3528392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4700" b="1" dirty="0">
                <a:effectLst/>
                <a:latin typeface="Georgia" pitchFamily="18" charset="0"/>
              </a:rPr>
              <a:t>GRACIAS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3810000"/>
          </a:xfrm>
        </p:spPr>
        <p:txBody>
          <a:bodyPr/>
          <a:lstStyle/>
          <a:p>
            <a:pPr algn="just">
              <a:buFont typeface="Wingdings" pitchFamily="2" charset="2"/>
              <a:buNone/>
            </a:pPr>
            <a:r>
              <a:rPr lang="es-ES" sz="3600" b="1" dirty="0">
                <a:effectLst/>
              </a:rPr>
              <a:t>DEPARTAMENTO DE SISTEMAS</a:t>
            </a:r>
          </a:p>
          <a:p>
            <a:pPr algn="just">
              <a:buFont typeface="Wingdings" pitchFamily="2" charset="2"/>
              <a:buNone/>
            </a:pPr>
            <a:r>
              <a:rPr lang="es-ES" sz="3600" b="1" dirty="0">
                <a:effectLst/>
              </a:rPr>
              <a:t>ENERGÉTICOS</a:t>
            </a:r>
          </a:p>
          <a:p>
            <a:pPr algn="just">
              <a:buFont typeface="Wingdings" pitchFamily="2" charset="2"/>
              <a:buNone/>
            </a:pPr>
            <a:endParaRPr lang="es-ES" sz="3600" b="1" dirty="0">
              <a:effectLst/>
            </a:endParaRPr>
          </a:p>
          <a:p>
            <a:pPr algn="just">
              <a:buNone/>
            </a:pPr>
            <a:r>
              <a:rPr lang="es-ES" sz="3600" b="1" dirty="0" smtClean="0">
                <a:effectLst/>
              </a:rPr>
              <a:t>http://odin.fi-b.unam.mx/senergeticos/</a:t>
            </a:r>
            <a:endParaRPr lang="es-ES" sz="3600" b="1" dirty="0">
              <a:effectLst/>
            </a:endParaRPr>
          </a:p>
          <a:p>
            <a:pPr algn="just">
              <a:buFont typeface="Wingdings" pitchFamily="2" charset="2"/>
              <a:buNone/>
            </a:pPr>
            <a:endParaRPr lang="es-ES" sz="3600" b="1" dirty="0">
              <a:solidFill>
                <a:schemeClr val="accent2"/>
              </a:solidFill>
              <a:effectLst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/>
    </p:bldLst>
  </p:timing>
</p:sld>
</file>

<file path=ppt/theme/theme1.xml><?xml version="1.0" encoding="utf-8"?>
<a:theme xmlns:a="http://schemas.openxmlformats.org/drawingml/2006/main" name="Diagonal azul">
  <a:themeElements>
    <a:clrScheme name="Diagonal azu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Diagonal azu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iagonal azu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agonal azu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agonal azu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agonal azu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C:\Archivos de programa\Microsoft Office\Templates\Diseños de presentaciones\Diagonal azul.pot</Template>
  <TotalTime>1168</TotalTime>
  <Words>662</Words>
  <Application>Microsoft Office PowerPoint</Application>
  <PresentationFormat>Presentación en pantalla (4:3)</PresentationFormat>
  <Paragraphs>128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Diagonal azul</vt:lpstr>
      <vt:lpstr>MÓDULO TERMINAL SISTEMAS ENERGÉTICOS </vt:lpstr>
      <vt:lpstr>MOTIVACIÓN</vt:lpstr>
      <vt:lpstr>OBJETIVO</vt:lpstr>
      <vt:lpstr>PLAN DE ESTUDIOS</vt:lpstr>
      <vt:lpstr>PLAN DE ESTUDIOS</vt:lpstr>
      <vt:lpstr>PLAN DE ESTUDIOS</vt:lpstr>
      <vt:lpstr>EJEMPLO DE CONTENIDO</vt:lpstr>
      <vt:lpstr>EJEMPLO DE CONTENIDO</vt:lpstr>
      <vt:lpstr>Asuntos energéticos de alto impacto</vt:lpstr>
      <vt:lpstr>NOTICIAS QUE NOS RODEAN</vt:lpstr>
      <vt:lpstr>LA CONSTANTE ES QUE LOS PRECIOS VARÍEN</vt:lpstr>
      <vt:lpstr>Instrumentos para cubrir riesgos</vt:lpstr>
      <vt:lpstr>Opciones sobre mercancías</vt:lpstr>
      <vt:lpstr>Opciones sobre mercancías</vt:lpstr>
      <vt:lpstr>Opciones sobre mercancías</vt:lpstr>
      <vt:lpstr>NOTICIAS QUE NOS RODEAN</vt:lpstr>
      <vt:lpstr> Ejemplo de aplicación en cías petroleras. </vt:lpstr>
      <vt:lpstr>Coberturas de riesgos</vt:lpstr>
      <vt:lpstr>Coberturas de riesgos</vt:lpstr>
      <vt:lpstr>Implicaciones de reformas eléctricas</vt:lpstr>
      <vt:lpstr>Implicaciones de reformas eléctricas Subastas de oferta y demanda de energía: mayor oferta a altos precios </vt:lpstr>
      <vt:lpstr>GRACIAS</vt:lpstr>
    </vt:vector>
  </TitlesOfParts>
  <Company>Posgrado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HIDRÓGENO Y CELDAS   DE COMBUSTIBLE</dc:title>
  <dc:creator>Mireya Crespo Gómez</dc:creator>
  <cp:lastModifiedBy>Pamela</cp:lastModifiedBy>
  <cp:revision>134</cp:revision>
  <cp:lastPrinted>1601-01-01T00:00:00Z</cp:lastPrinted>
  <dcterms:created xsi:type="dcterms:W3CDTF">2003-03-10T19:55:16Z</dcterms:created>
  <dcterms:modified xsi:type="dcterms:W3CDTF">2013-04-09T04:11:58Z</dcterms:modified>
</cp:coreProperties>
</file>