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3" d="100"/>
          <a:sy n="63" d="100"/>
        </p:scale>
        <p:origin x="-85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37E32BA9-7888-4527-8812-F3EF988FD118}" type="datetimeFigureOut">
              <a:rPr lang="es-MX" smtClean="0"/>
              <a:t>08/04/2013</a:t>
            </a:fld>
            <a:endParaRPr lang="es-MX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46617C-AA55-49EC-8261-674B2B05F8BC}" type="slidenum">
              <a:rPr lang="es-MX" smtClean="0"/>
              <a:t>‹Nº›</a:t>
            </a:fld>
            <a:endParaRPr lang="es-MX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32BA9-7888-4527-8812-F3EF988FD118}" type="datetimeFigureOut">
              <a:rPr lang="es-MX" smtClean="0"/>
              <a:t>08/04/2013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A46617C-AA55-49EC-8261-674B2B05F8BC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Rectángulo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2" name="1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32BA9-7888-4527-8812-F3EF988FD118}" type="datetimeFigureOut">
              <a:rPr lang="es-MX" smtClean="0"/>
              <a:t>08/04/2013</a:t>
            </a:fld>
            <a:endParaRPr lang="es-MX"/>
          </a:p>
        </p:txBody>
      </p:sp>
      <p:sp>
        <p:nvSpPr>
          <p:cNvPr id="13" name="12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5A46617C-AA55-49EC-8261-674B2B05F8BC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13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MX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8" name="7 Marcador de fecha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37E32BA9-7888-4527-8812-F3EF988FD118}" type="datetimeFigureOut">
              <a:rPr lang="es-MX" smtClean="0"/>
              <a:t>08/04/2013</a:t>
            </a:fld>
            <a:endParaRPr lang="es-MX"/>
          </a:p>
        </p:txBody>
      </p:sp>
      <p:sp>
        <p:nvSpPr>
          <p:cNvPr id="10" name="9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A46617C-AA55-49EC-8261-674B2B05F8BC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11 Marcador de pie de página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37E32BA9-7888-4527-8812-F3EF988FD118}" type="datetimeFigureOut">
              <a:rPr lang="es-MX" smtClean="0"/>
              <a:t>08/04/2013</a:t>
            </a:fld>
            <a:endParaRPr lang="es-MX"/>
          </a:p>
        </p:txBody>
      </p:sp>
      <p:sp>
        <p:nvSpPr>
          <p:cNvPr id="12" name="11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5A46617C-AA55-49EC-8261-674B2B05F8BC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13 Marcador de pie de página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s-MX"/>
          </a:p>
        </p:txBody>
      </p:sp>
      <p:sp>
        <p:nvSpPr>
          <p:cNvPr id="16" name="15 Marcador de texto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32BA9-7888-4527-8812-F3EF988FD118}" type="datetimeFigureOut">
              <a:rPr lang="es-MX" smtClean="0"/>
              <a:t>08/04/2013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A46617C-AA55-49EC-8261-674B2B05F8BC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32BA9-7888-4527-8812-F3EF988FD118}" type="datetimeFigureOut">
              <a:rPr lang="es-MX" smtClean="0"/>
              <a:t>08/04/2013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46617C-AA55-49EC-8261-674B2B05F8BC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32BA9-7888-4527-8812-F3EF988FD118}" type="datetimeFigureOut">
              <a:rPr lang="es-MX" smtClean="0"/>
              <a:t>08/04/2013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A46617C-AA55-49EC-8261-674B2B05F8BC}" type="slidenum">
              <a:rPr lang="es-MX" smtClean="0"/>
              <a:t>‹Nº›</a:t>
            </a:fld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Rectángulo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1" name="10 Rectángulo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Marcador de fecha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37E32BA9-7888-4527-8812-F3EF988FD118}" type="datetimeFigureOut">
              <a:rPr lang="es-MX" smtClean="0"/>
              <a:t>08/04/2013</a:t>
            </a:fld>
            <a:endParaRPr lang="es-MX"/>
          </a:p>
        </p:txBody>
      </p:sp>
      <p:sp>
        <p:nvSpPr>
          <p:cNvPr id="13" name="12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5A46617C-AA55-49EC-8261-674B2B05F8BC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13 Marcador de pie de página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32BA9-7888-4527-8812-F3EF988FD118}" type="datetimeFigureOut">
              <a:rPr lang="es-MX" smtClean="0"/>
              <a:t>08/04/2013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6617C-AA55-49EC-8261-674B2B05F8BC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37E32BA9-7888-4527-8812-F3EF988FD118}" type="datetimeFigureOut">
              <a:rPr lang="es-MX" smtClean="0"/>
              <a:t>08/04/2013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s-MX"/>
          </a:p>
        </p:txBody>
      </p:sp>
      <p:sp>
        <p:nvSpPr>
          <p:cNvPr id="7" name="6 Rectángulo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5A46617C-AA55-49EC-8261-674B2B05F8BC}" type="slidenum">
              <a:rPr lang="es-MX" smtClean="0"/>
              <a:t>‹Nº›</a:t>
            </a:fld>
            <a:endParaRPr lang="es-MX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7E32BA9-7888-4527-8812-F3EF988FD118}" type="datetimeFigureOut">
              <a:rPr lang="es-MX" smtClean="0"/>
              <a:t>08/04/2013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6 Rectángulo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A46617C-AA55-49EC-8261-674B2B05F8BC}" type="slidenum">
              <a:rPr lang="es-MX" smtClean="0"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362200" y="3429000"/>
            <a:ext cx="6477000" cy="2438400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Importancia de la optimación en el uso eficiente de los recursos energéticos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s-MX" dirty="0" smtClean="0"/>
              <a:t>Héctor Arnoldo López Zamorano</a:t>
            </a:r>
            <a:endParaRPr lang="es-MX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476671"/>
            <a:ext cx="1368152" cy="1620289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475752"/>
            <a:ext cx="1368928" cy="1621208"/>
          </a:xfrm>
          <a:prstGeom prst="rect">
            <a:avLst/>
          </a:prstGeom>
        </p:spPr>
      </p:pic>
      <p:sp>
        <p:nvSpPr>
          <p:cNvPr id="6" name="1 Título"/>
          <p:cNvSpPr txBox="1">
            <a:spLocks/>
          </p:cNvSpPr>
          <p:nvPr/>
        </p:nvSpPr>
        <p:spPr>
          <a:xfrm>
            <a:off x="2390699" y="475752"/>
            <a:ext cx="4536504" cy="936104"/>
          </a:xfrm>
          <a:prstGeom prst="rect">
            <a:avLst/>
          </a:prstGeom>
        </p:spPr>
        <p:txBody>
          <a:bodyPr vert="horz" anchor="b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800" b="1" dirty="0" smtClean="0">
                <a:solidFill>
                  <a:schemeClr val="tx1"/>
                </a:solidFill>
              </a:rPr>
              <a:t>La energía en la facultad de ingeniería</a:t>
            </a:r>
            <a:endParaRPr lang="es-MX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87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La optimación y su impacto en los sistemas energéticos</a:t>
            </a:r>
            <a:endParaRPr lang="es-MX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MX" dirty="0" smtClean="0"/>
              <a:t>Protección y cuidado del medio ambiente.</a:t>
            </a:r>
          </a:p>
          <a:p>
            <a:r>
              <a:rPr lang="es-MX" dirty="0" smtClean="0"/>
              <a:t>Eficiencia en el uso de los recursos energéticos</a:t>
            </a:r>
          </a:p>
          <a:p>
            <a:r>
              <a:rPr lang="es-MX" dirty="0" smtClean="0"/>
              <a:t>Modernización de equipos de producción y consumo</a:t>
            </a:r>
          </a:p>
          <a:p>
            <a:r>
              <a:rPr lang="es-MX" dirty="0" smtClean="0"/>
              <a:t>Desarrollo tecnológico</a:t>
            </a:r>
            <a:endParaRPr lang="es-MX" dirty="0"/>
          </a:p>
        </p:txBody>
      </p:sp>
      <p:pic>
        <p:nvPicPr>
          <p:cNvPr id="6" name="5 Marcador de contenido"/>
          <p:cNvPicPr>
            <a:picLocks noGrp="1" noChangeAspect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050" y="2409991"/>
            <a:ext cx="3886200" cy="2930194"/>
          </a:xfrm>
        </p:spPr>
      </p:pic>
    </p:spTree>
    <p:extLst>
      <p:ext uri="{BB962C8B-B14F-4D97-AF65-F5344CB8AC3E}">
        <p14:creationId xmlns:p14="http://schemas.microsoft.com/office/powerpoint/2010/main" val="4168235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Modelado para la optimación</a:t>
            </a:r>
            <a:endParaRPr lang="es-MX" dirty="0"/>
          </a:p>
        </p:txBody>
      </p:sp>
      <p:pic>
        <p:nvPicPr>
          <p:cNvPr id="5" name="4 Marcador de contenido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32857"/>
            <a:ext cx="3886200" cy="3600400"/>
          </a:xfrm>
        </p:spPr>
      </p:pic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/>
        <p:txBody>
          <a:bodyPr>
            <a:normAutofit lnSpcReduction="10000"/>
          </a:bodyPr>
          <a:lstStyle/>
          <a:p>
            <a:r>
              <a:rPr lang="es-MX" dirty="0" smtClean="0"/>
              <a:t>Componentes</a:t>
            </a:r>
          </a:p>
          <a:p>
            <a:pPr lvl="1"/>
            <a:r>
              <a:rPr lang="es-MX" dirty="0" smtClean="0"/>
              <a:t>Función objetivo</a:t>
            </a:r>
            <a:endParaRPr lang="es-MX" dirty="0"/>
          </a:p>
          <a:p>
            <a:r>
              <a:rPr lang="es-MX" dirty="0" smtClean="0"/>
              <a:t>Variables</a:t>
            </a:r>
          </a:p>
          <a:p>
            <a:pPr lvl="1"/>
            <a:r>
              <a:rPr lang="es-MX" dirty="0" smtClean="0"/>
              <a:t>Independientes</a:t>
            </a:r>
          </a:p>
          <a:p>
            <a:pPr lvl="1"/>
            <a:r>
              <a:rPr lang="es-MX" dirty="0" smtClean="0"/>
              <a:t>Dependientes</a:t>
            </a:r>
          </a:p>
          <a:p>
            <a:pPr lvl="1"/>
            <a:r>
              <a:rPr lang="es-MX" dirty="0" smtClean="0"/>
              <a:t>Decisiones que afectan el valor de la función</a:t>
            </a:r>
            <a:endParaRPr lang="es-MX" dirty="0"/>
          </a:p>
          <a:p>
            <a:r>
              <a:rPr lang="es-MX" dirty="0" smtClean="0"/>
              <a:t>Restricciones</a:t>
            </a:r>
          </a:p>
          <a:p>
            <a:pPr lvl="1"/>
            <a:r>
              <a:rPr lang="es-MX" dirty="0" smtClean="0"/>
              <a:t>Relaciones entre las variables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236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Métodos clásicos de optimación</a:t>
            </a:r>
            <a:endParaRPr lang="es-MX" dirty="0"/>
          </a:p>
        </p:txBody>
      </p:sp>
      <p:pic>
        <p:nvPicPr>
          <p:cNvPr id="5" name="4 Marcador de contenido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63" y="2564904"/>
            <a:ext cx="4289172" cy="2880320"/>
          </a:xfrm>
        </p:spPr>
      </p:pic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/>
        <p:txBody>
          <a:bodyPr>
            <a:normAutofit lnSpcReduction="10000"/>
          </a:bodyPr>
          <a:lstStyle/>
          <a:p>
            <a:r>
              <a:rPr lang="es-MX" dirty="0" smtClean="0"/>
              <a:t>Programación lineal</a:t>
            </a:r>
          </a:p>
          <a:p>
            <a:r>
              <a:rPr lang="es-MX" dirty="0" smtClean="0"/>
              <a:t>Programación entera</a:t>
            </a:r>
          </a:p>
          <a:p>
            <a:r>
              <a:rPr lang="es-MX" dirty="0" smtClean="0"/>
              <a:t>Programación cuadrática</a:t>
            </a:r>
          </a:p>
          <a:p>
            <a:r>
              <a:rPr lang="es-MX" dirty="0" smtClean="0"/>
              <a:t>Programación no lineal</a:t>
            </a:r>
          </a:p>
          <a:p>
            <a:r>
              <a:rPr lang="es-MX" dirty="0" smtClean="0"/>
              <a:t>Optimación estocástica</a:t>
            </a:r>
          </a:p>
          <a:p>
            <a:r>
              <a:rPr lang="es-MX" dirty="0" smtClean="0"/>
              <a:t>Programación dinámica</a:t>
            </a:r>
          </a:p>
          <a:p>
            <a:r>
              <a:rPr lang="es-MX" dirty="0" smtClean="0"/>
              <a:t>Optimación en redes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7025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Métodos </a:t>
            </a:r>
            <a:r>
              <a:rPr lang="es-MX" dirty="0" err="1" smtClean="0"/>
              <a:t>Metaheurísticos</a:t>
            </a:r>
            <a:r>
              <a:rPr lang="es-MX" dirty="0" smtClean="0"/>
              <a:t> 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MX" dirty="0" smtClean="0"/>
              <a:t>Sistemas </a:t>
            </a:r>
            <a:r>
              <a:rPr lang="es-MX" dirty="0" err="1" smtClean="0"/>
              <a:t>Multiagentes</a:t>
            </a:r>
            <a:endParaRPr lang="es-MX" dirty="0" smtClean="0"/>
          </a:p>
          <a:p>
            <a:r>
              <a:rPr lang="es-MX" dirty="0" smtClean="0"/>
              <a:t>Búsqueda tabú</a:t>
            </a:r>
          </a:p>
          <a:p>
            <a:r>
              <a:rPr lang="es-MX" dirty="0" smtClean="0"/>
              <a:t>Búsqueda aleatoria</a:t>
            </a:r>
          </a:p>
          <a:p>
            <a:r>
              <a:rPr lang="es-MX" dirty="0" smtClean="0"/>
              <a:t>Búsqueda avariciosa</a:t>
            </a:r>
          </a:p>
          <a:p>
            <a:r>
              <a:rPr lang="es-MX" dirty="0" smtClean="0"/>
              <a:t>Simulación de recocido</a:t>
            </a:r>
          </a:p>
          <a:p>
            <a:r>
              <a:rPr lang="es-MX" dirty="0" smtClean="0"/>
              <a:t>Algoritmos evolutivos</a:t>
            </a:r>
            <a:endParaRPr lang="es-MX" dirty="0"/>
          </a:p>
        </p:txBody>
      </p:sp>
      <p:pic>
        <p:nvPicPr>
          <p:cNvPr id="1026" name="Picture 2" descr="C:\Users\Guapbyta\Pictures\descarga (1)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678" y="2636912"/>
            <a:ext cx="4126884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2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9560" y="3929037"/>
            <a:ext cx="4457700" cy="2600325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Aplicaciones</a:t>
            </a:r>
            <a:endParaRPr lang="es-MX" dirty="0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93020">
            <a:off x="371885" y="3214662"/>
            <a:ext cx="4499133" cy="2014537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83" y="5229200"/>
            <a:ext cx="4219575" cy="1085850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519" y="1464675"/>
            <a:ext cx="3362827" cy="2464362"/>
          </a:xfrm>
          <a:prstGeom prst="rect">
            <a:avLst/>
          </a:prstGeom>
        </p:spPr>
      </p:pic>
      <p:pic>
        <p:nvPicPr>
          <p:cNvPr id="8" name="7 Imagen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916832"/>
            <a:ext cx="3048000" cy="1504950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1916832"/>
            <a:ext cx="27051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636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Gracias por su atención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744388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rmedio">
  <a:themeElements>
    <a:clrScheme name="Intermedi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Intermedi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rmedi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37</TotalTime>
  <Words>119</Words>
  <Application>Microsoft Office PowerPoint</Application>
  <PresentationFormat>Presentación en pantalla (4:3)</PresentationFormat>
  <Paragraphs>34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Intermedio</vt:lpstr>
      <vt:lpstr>Importancia de la optimación en el uso eficiente de los recursos energéticos</vt:lpstr>
      <vt:lpstr>La optimación y su impacto en los sistemas energéticos</vt:lpstr>
      <vt:lpstr>Modelado para la optimación</vt:lpstr>
      <vt:lpstr>Métodos clásicos de optimación</vt:lpstr>
      <vt:lpstr>Métodos Metaheurísticos </vt:lpstr>
      <vt:lpstr>Aplicaciones</vt:lpstr>
      <vt:lpstr>Gracias por su atención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Importancia de la optimación en el uso eficiente de los recursos energéticos</dc:title>
  <dc:creator>Guapbyta</dc:creator>
  <cp:lastModifiedBy>Pamela</cp:lastModifiedBy>
  <cp:revision>4</cp:revision>
  <dcterms:created xsi:type="dcterms:W3CDTF">2013-04-08T17:23:57Z</dcterms:created>
  <dcterms:modified xsi:type="dcterms:W3CDTF">2013-04-09T04:12:47Z</dcterms:modified>
</cp:coreProperties>
</file>