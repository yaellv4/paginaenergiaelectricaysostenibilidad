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</p:sldIdLst>
  <p:sldSz cx="7199313" cy="5759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35" d="100"/>
          <a:sy n="135" d="100"/>
        </p:scale>
        <p:origin x="1728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949" y="942577"/>
            <a:ext cx="6119416" cy="2005142"/>
          </a:xfrm>
        </p:spPr>
        <p:txBody>
          <a:bodyPr anchor="b"/>
          <a:lstStyle>
            <a:lvl1pPr algn="ctr">
              <a:defRPr sz="4724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914" y="3025045"/>
            <a:ext cx="5399485" cy="1390533"/>
          </a:xfrm>
        </p:spPr>
        <p:txBody>
          <a:bodyPr/>
          <a:lstStyle>
            <a:lvl1pPr marL="0" indent="0" algn="ctr">
              <a:buNone/>
              <a:defRPr sz="1890"/>
            </a:lvl1pPr>
            <a:lvl2pPr marL="359954" indent="0" algn="ctr">
              <a:buNone/>
              <a:defRPr sz="1575"/>
            </a:lvl2pPr>
            <a:lvl3pPr marL="719907" indent="0" algn="ctr">
              <a:buNone/>
              <a:defRPr sz="1417"/>
            </a:lvl3pPr>
            <a:lvl4pPr marL="1079861" indent="0" algn="ctr">
              <a:buNone/>
              <a:defRPr sz="1260"/>
            </a:lvl4pPr>
            <a:lvl5pPr marL="1439814" indent="0" algn="ctr">
              <a:buNone/>
              <a:defRPr sz="1260"/>
            </a:lvl5pPr>
            <a:lvl6pPr marL="1799768" indent="0" algn="ctr">
              <a:buNone/>
              <a:defRPr sz="1260"/>
            </a:lvl6pPr>
            <a:lvl7pPr marL="2159721" indent="0" algn="ctr">
              <a:buNone/>
              <a:defRPr sz="1260"/>
            </a:lvl7pPr>
            <a:lvl8pPr marL="2519675" indent="0" algn="ctr">
              <a:buNone/>
              <a:defRPr sz="1260"/>
            </a:lvl8pPr>
            <a:lvl9pPr marL="2879628" indent="0" algn="ctr">
              <a:buNone/>
              <a:defRPr sz="126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F654C-6B05-43CF-A281-C99199505914}" type="datetimeFigureOut">
              <a:rPr lang="es-MX" smtClean="0"/>
              <a:t>30/01/2023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4413B-9F75-471B-B3E1-165C8767964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16981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F654C-6B05-43CF-A281-C99199505914}" type="datetimeFigureOut">
              <a:rPr lang="es-MX" smtClean="0"/>
              <a:t>30/01/2023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4413B-9F75-471B-B3E1-165C8767964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07009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204" y="1435864"/>
            <a:ext cx="6209407" cy="2395771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1204" y="3854300"/>
            <a:ext cx="6209407" cy="1259879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/>
                </a:solidFill>
              </a:defRPr>
            </a:lvl1pPr>
            <a:lvl2pPr marL="359954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2pPr>
            <a:lvl3pPr marL="719907" indent="0">
              <a:buNone/>
              <a:defRPr sz="1417">
                <a:solidFill>
                  <a:schemeClr val="tx1">
                    <a:tint val="75000"/>
                  </a:schemeClr>
                </a:solidFill>
              </a:defRPr>
            </a:lvl3pPr>
            <a:lvl4pPr marL="1079861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439814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179976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159721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51967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287962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F654C-6B05-43CF-A281-C99199505914}" type="datetimeFigureOut">
              <a:rPr lang="es-MX" smtClean="0"/>
              <a:t>30/01/2023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4413B-9F75-471B-B3E1-165C8767964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156026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4953" y="1533187"/>
            <a:ext cx="3059708" cy="365431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652" y="1533187"/>
            <a:ext cx="3059708" cy="365431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F654C-6B05-43CF-A281-C99199505914}" type="datetimeFigureOut">
              <a:rPr lang="es-MX" smtClean="0"/>
              <a:t>30/01/2023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4413B-9F75-471B-B3E1-165C8767964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72024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306639"/>
            <a:ext cx="6209407" cy="111322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891" y="1411865"/>
            <a:ext cx="3045646" cy="691934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891" y="2103799"/>
            <a:ext cx="3045646" cy="309437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44652" y="1411865"/>
            <a:ext cx="3060646" cy="691934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44652" y="2103799"/>
            <a:ext cx="3060646" cy="309437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F654C-6B05-43CF-A281-C99199505914}" type="datetimeFigureOut">
              <a:rPr lang="es-MX" smtClean="0"/>
              <a:t>30/01/2023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4413B-9F75-471B-B3E1-165C8767964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90060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F654C-6B05-43CF-A281-C99199505914}" type="datetimeFigureOut">
              <a:rPr lang="es-MX" smtClean="0"/>
              <a:t>30/01/2023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4413B-9F75-471B-B3E1-165C8767964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47150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F654C-6B05-43CF-A281-C99199505914}" type="datetimeFigureOut">
              <a:rPr lang="es-MX" smtClean="0"/>
              <a:t>30/01/2023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4413B-9F75-471B-B3E1-165C8767964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99198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383963"/>
            <a:ext cx="2321966" cy="1343872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0646" y="829256"/>
            <a:ext cx="3644652" cy="4092942"/>
          </a:xfrm>
        </p:spPr>
        <p:txBody>
          <a:bodyPr/>
          <a:lstStyle>
            <a:lvl1pPr>
              <a:defRPr sz="2519"/>
            </a:lvl1pPr>
            <a:lvl2pPr>
              <a:defRPr sz="2204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1727835"/>
            <a:ext cx="2321966" cy="3201028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F654C-6B05-43CF-A281-C99199505914}" type="datetimeFigureOut">
              <a:rPr lang="es-MX" smtClean="0"/>
              <a:t>30/01/2023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4413B-9F75-471B-B3E1-165C8767964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65299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383963"/>
            <a:ext cx="2321966" cy="1343872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60646" y="829256"/>
            <a:ext cx="3644652" cy="4092942"/>
          </a:xfrm>
        </p:spPr>
        <p:txBody>
          <a:bodyPr anchor="t"/>
          <a:lstStyle>
            <a:lvl1pPr marL="0" indent="0">
              <a:buNone/>
              <a:defRPr sz="2519"/>
            </a:lvl1pPr>
            <a:lvl2pPr marL="359954" indent="0">
              <a:buNone/>
              <a:defRPr sz="2204"/>
            </a:lvl2pPr>
            <a:lvl3pPr marL="719907" indent="0">
              <a:buNone/>
              <a:defRPr sz="1890"/>
            </a:lvl3pPr>
            <a:lvl4pPr marL="1079861" indent="0">
              <a:buNone/>
              <a:defRPr sz="1575"/>
            </a:lvl4pPr>
            <a:lvl5pPr marL="1439814" indent="0">
              <a:buNone/>
              <a:defRPr sz="1575"/>
            </a:lvl5pPr>
            <a:lvl6pPr marL="1799768" indent="0">
              <a:buNone/>
              <a:defRPr sz="1575"/>
            </a:lvl6pPr>
            <a:lvl7pPr marL="2159721" indent="0">
              <a:buNone/>
              <a:defRPr sz="1575"/>
            </a:lvl7pPr>
            <a:lvl8pPr marL="2519675" indent="0">
              <a:buNone/>
              <a:defRPr sz="1575"/>
            </a:lvl8pPr>
            <a:lvl9pPr marL="2879628" indent="0">
              <a:buNone/>
              <a:defRPr sz="1575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1727835"/>
            <a:ext cx="2321966" cy="3201028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F654C-6B05-43CF-A281-C99199505914}" type="datetimeFigureOut">
              <a:rPr lang="es-MX" smtClean="0"/>
              <a:t>30/01/2023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4413B-9F75-471B-B3E1-165C8767964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54709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F654C-6B05-43CF-A281-C99199505914}" type="datetimeFigureOut">
              <a:rPr lang="es-MX" smtClean="0"/>
              <a:t>30/01/2023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4413B-9F75-471B-B3E1-165C8767964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25107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52009" y="306637"/>
            <a:ext cx="1552352" cy="488086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4953" y="306637"/>
            <a:ext cx="4567064" cy="488086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F654C-6B05-43CF-A281-C99199505914}" type="datetimeFigureOut">
              <a:rPr lang="es-MX" smtClean="0"/>
              <a:t>30/01/2023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4413B-9F75-471B-B3E1-165C8767964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69145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4953" y="306639"/>
            <a:ext cx="6209407" cy="11132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4953" y="1533187"/>
            <a:ext cx="6209407" cy="3654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953" y="5338158"/>
            <a:ext cx="1619845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EF654C-6B05-43CF-A281-C99199505914}" type="datetimeFigureOut">
              <a:rPr lang="es-MX" smtClean="0"/>
              <a:t>30/01/2023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84773" y="5338158"/>
            <a:ext cx="2429768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84515" y="5338158"/>
            <a:ext cx="1619845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04413B-9F75-471B-B3E1-165C8767964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94997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19907" rtl="0" eaLnBrk="1" latinLnBrk="0" hangingPunct="1">
        <a:lnSpc>
          <a:spcPct val="90000"/>
        </a:lnSpc>
        <a:spcBef>
          <a:spcPct val="0"/>
        </a:spcBef>
        <a:buNone/>
        <a:defRPr sz="346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9977" indent="-179977" algn="l" defTabSz="71990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204" kern="1200">
          <a:solidFill>
            <a:schemeClr val="tx1"/>
          </a:solidFill>
          <a:latin typeface="+mn-lt"/>
          <a:ea typeface="+mn-ea"/>
          <a:cs typeface="+mn-cs"/>
        </a:defRPr>
      </a:lvl1pPr>
      <a:lvl2pPr marL="539930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899884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59837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619791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97974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339698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699652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305960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1pPr>
      <a:lvl2pPr marL="35995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2pPr>
      <a:lvl3pPr marL="719907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3pPr>
      <a:lvl4pPr marL="107986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43981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79976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15972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519675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287962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4D2A62-199D-4F4E-1727-51E3400C8B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0367835-5F6A-B6A3-E631-4A9BDF7517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09827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3CC39CBE-41E7-170B-2CA3-C0B8C2684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404" y="0"/>
            <a:ext cx="4564911" cy="5780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947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B63179-FE71-6743-E9D4-13FB2BE57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7A5735C-9806-5EB3-A5FE-ADA5994842D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1388" y="2000643"/>
            <a:ext cx="4337384" cy="265493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8072841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113</TotalTime>
  <Words>0</Words>
  <Application>Microsoft Office PowerPoint</Application>
  <PresentationFormat>Personalizado</PresentationFormat>
  <Paragraphs>0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ALBERTO CORTEZ MONDRAGON</dc:creator>
  <cp:lastModifiedBy>ALBERTO CORTEZ MONDRAGON</cp:lastModifiedBy>
  <cp:revision>3</cp:revision>
  <dcterms:created xsi:type="dcterms:W3CDTF">2023-01-30T21:58:50Z</dcterms:created>
  <dcterms:modified xsi:type="dcterms:W3CDTF">2023-01-30T23:51:55Z</dcterms:modified>
</cp:coreProperties>
</file>