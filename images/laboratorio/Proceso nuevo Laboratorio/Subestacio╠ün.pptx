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E1890-65B6-7FB1-22FD-8EC046489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68F8D9-4C8C-C897-62E6-814E6D29A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FF0A05-F9A7-04DE-B274-C56F70114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97EB85-456E-D6A0-5D0E-7768CA491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0289CB-AEB4-1DBE-E268-9C7FC59F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6635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39B3CA-6D03-AB0E-492A-C3C1CC0D0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087470-A0D7-C975-FA12-6F278FE10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10CAD1-31B4-74CE-C3FD-1BE892619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172E28-4DC9-60E1-CEA4-97E5CD31F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267783-DC8D-4E5F-5DC3-F45D75AE6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701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30C9A-F6BF-9C40-1C5D-F7BF37A0C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B9E664-6899-9F27-FDC4-792FA2351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CD2434-113A-DB92-F09E-E17709C53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DB8D4E-5121-99C0-6E3B-D738EDC88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765F63-06FD-BFF5-FD45-92A2F68CD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4315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52086-49E8-90CE-AFB3-986D556E3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F77B3F-5E3E-9797-A7A5-B0DF3D8B1F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8C9E8C-5753-29B5-D19D-6B3781A2D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042158-578C-7EE5-834F-812BBDAE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CAC305-981C-55D3-381C-CAAF25E23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99D8F2-F608-FFD4-8961-9DF936E3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5557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D8127-6C8E-9A6B-AA3B-BABB1B482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DFD2D1-2335-DBF9-49AA-15AF3B3C1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5D9ED9-FD17-40C5-F9C1-500C37165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7FACC1-EEC6-89BE-1C26-A3AB53125D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C884359-1534-2D3C-F803-9748B229E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F5D1B55-8908-4958-7819-5FBF1C54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EA83338-EF8A-C99E-A52D-C6FC055F8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25E9D72-CD0F-6C90-1247-42634C6E1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5759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B725A-6876-9273-470F-5AD12B17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E85FD1-B510-6E56-1A7A-8DAD1A5C2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A6E034-E3A9-0FD8-616E-92EB65A66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9AB00B-C3F2-87AC-EE9E-F2E24A50D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2698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7D8127-4379-D549-7674-9CCC8C6A4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E266174-F292-13B0-D442-2612A4DB8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5BFD71-9CC8-8490-C8E3-B53FABCCB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511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7758B-6C52-5F7E-A224-5B6DFA38C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94268E-D71D-6453-1F68-7D75F79CA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4115D0-CB7A-8EB7-EDD1-ECCE0907F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F5B7BC-68C4-2BB6-5BF6-163C9FB40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400581-D395-1D67-301E-7B4F11492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09361B7-96FE-6152-A325-A63ABA924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945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3A62B-E31F-4163-CB76-7D81EC855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32E1B3D-6205-D3C8-C14D-DD8540B94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EEF8CE-31A6-44F6-CDD8-5727221B4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C0E30C-4066-B6C2-C3C1-AE0A46CAE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562D0E-3EDF-FA84-1E31-B60DF14DB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FA0D97-95A1-E9AC-8F7E-9E3B395B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947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7759E-DF47-8494-7D12-4F890FCEF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277173F-381B-BF99-3F87-4A04E78FC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9825AD-657D-52BF-04A7-0F421D6E1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08B9B1-7CEF-1313-6B55-0A391020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C9B6CF-9B88-44F8-5BA8-CDE579E6D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4738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0CF945-8B6D-9B76-E0EC-450BC7E6EB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238E266-B35A-FD17-13B4-871DDDCC7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6F6DBF-27D8-D6AB-EF1D-FD8C79097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A26992-A2ED-027E-E505-7F4D8618E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26F2BA-5181-02BC-68E1-A99C1F42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756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6FC384E-10F1-F39D-9963-A3A202785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446490-C93E-0225-AE1E-429BFF7C1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12C075-DFE4-F0EC-2C31-30AB6A560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B53DF9-5496-4280-372D-4E9166F76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0A92FE-418A-EB55-4FBB-7CA86C53C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8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D2A62-199D-4F4E-1727-51E3400C8B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367835-5F6A-B6A3-E631-4A9BDF7517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98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45B1621-01A2-BDA5-3BD5-658953D3F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749" y="1048409"/>
            <a:ext cx="3760251" cy="476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477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ALBERTO CORTEZ MONDRAGON</dc:creator>
  <cp:lastModifiedBy>ALBERTO CORTEZ MONDRAGON</cp:lastModifiedBy>
  <cp:revision>1</cp:revision>
  <dcterms:created xsi:type="dcterms:W3CDTF">2023-01-30T21:58:50Z</dcterms:created>
  <dcterms:modified xsi:type="dcterms:W3CDTF">2023-01-30T21:59:13Z</dcterms:modified>
</cp:coreProperties>
</file>